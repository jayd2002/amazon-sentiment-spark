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56" r:id="rId2"/>
    <p:sldId id="262" r:id="rId3"/>
    <p:sldId id="263" r:id="rId4"/>
    <p:sldId id="259" r:id="rId5"/>
    <p:sldId id="264"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30070AF-D758-4BB8-8458-A123046B1C43}" v="4" dt="2026-04-08T20:45:28.80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ydon Debus" userId="e0481a4c7914b810" providerId="LiveId" clId="{26B1F2E3-9A8A-4F47-9D1F-98E1BE9C259B}"/>
    <pc:docChg chg="modSld">
      <pc:chgData name="Jaydon Debus" userId="e0481a4c7914b810" providerId="LiveId" clId="{26B1F2E3-9A8A-4F47-9D1F-98E1BE9C259B}" dt="2026-04-07T20:06:35.013" v="50" actId="20577"/>
      <pc:docMkLst>
        <pc:docMk/>
      </pc:docMkLst>
      <pc:sldChg chg="modSp mod">
        <pc:chgData name="Jaydon Debus" userId="e0481a4c7914b810" providerId="LiveId" clId="{26B1F2E3-9A8A-4F47-9D1F-98E1BE9C259B}" dt="2026-04-07T20:05:47.305" v="30"/>
        <pc:sldMkLst>
          <pc:docMk/>
          <pc:sldMk cId="497896275" sldId="256"/>
        </pc:sldMkLst>
        <pc:spChg chg="mod">
          <ac:chgData name="Jaydon Debus" userId="e0481a4c7914b810" providerId="LiveId" clId="{26B1F2E3-9A8A-4F47-9D1F-98E1BE9C259B}" dt="2026-04-07T20:05:47.305" v="30"/>
          <ac:spMkLst>
            <pc:docMk/>
            <pc:sldMk cId="497896275" sldId="256"/>
            <ac:spMk id="3" creationId="{D5947380-319D-21FA-B1EE-32BA3B4F84F6}"/>
          </ac:spMkLst>
        </pc:spChg>
      </pc:sldChg>
      <pc:sldChg chg="modSp mod">
        <pc:chgData name="Jaydon Debus" userId="e0481a4c7914b810" providerId="LiveId" clId="{26B1F2E3-9A8A-4F47-9D1F-98E1BE9C259B}" dt="2026-04-07T20:06:35.013" v="50" actId="20577"/>
        <pc:sldMkLst>
          <pc:docMk/>
          <pc:sldMk cId="74242616" sldId="261"/>
        </pc:sldMkLst>
        <pc:spChg chg="mod">
          <ac:chgData name="Jaydon Debus" userId="e0481a4c7914b810" providerId="LiveId" clId="{26B1F2E3-9A8A-4F47-9D1F-98E1BE9C259B}" dt="2026-04-07T20:06:35.013" v="50" actId="20577"/>
          <ac:spMkLst>
            <pc:docMk/>
            <pc:sldMk cId="74242616" sldId="261"/>
            <ac:spMk id="3" creationId="{F307F7D9-EEB0-A48E-4E52-D91A51806EEF}"/>
          </ac:spMkLst>
        </pc:spChg>
      </pc:sldChg>
    </pc:docChg>
  </pc:docChgLst>
  <pc:docChgLst>
    <pc:chgData name="Jaydon Debus" userId="e0481a4c7914b810" providerId="LiveId" clId="{2AD7606E-2DAE-4AFB-9ED9-2C2ABCA6C8DF}"/>
    <pc:docChg chg="undo custSel addSld delSld modSld modMainMaster">
      <pc:chgData name="Jaydon Debus" userId="e0481a4c7914b810" providerId="LiveId" clId="{2AD7606E-2DAE-4AFB-9ED9-2C2ABCA6C8DF}" dt="2026-04-08T20:45:28.806" v="678"/>
      <pc:docMkLst>
        <pc:docMk/>
      </pc:docMkLst>
      <pc:sldChg chg="addSp modSp new mod modTransition setBg addAnim modAnim">
        <pc:chgData name="Jaydon Debus" userId="e0481a4c7914b810" providerId="LiveId" clId="{2AD7606E-2DAE-4AFB-9ED9-2C2ABCA6C8DF}" dt="2026-04-08T20:45:28.806" v="678"/>
        <pc:sldMkLst>
          <pc:docMk/>
          <pc:sldMk cId="497896275" sldId="256"/>
        </pc:sldMkLst>
        <pc:spChg chg="mod">
          <ac:chgData name="Jaydon Debus" userId="e0481a4c7914b810" providerId="LiveId" clId="{2AD7606E-2DAE-4AFB-9ED9-2C2ABCA6C8DF}" dt="2026-04-03T19:25:29.865" v="648" actId="26606"/>
          <ac:spMkLst>
            <pc:docMk/>
            <pc:sldMk cId="497896275" sldId="256"/>
            <ac:spMk id="2" creationId="{D3E004C6-7948-11D0-6EDF-F46265BC8A8C}"/>
          </ac:spMkLst>
        </pc:spChg>
        <pc:spChg chg="mod">
          <ac:chgData name="Jaydon Debus" userId="e0481a4c7914b810" providerId="LiveId" clId="{2AD7606E-2DAE-4AFB-9ED9-2C2ABCA6C8DF}" dt="2026-04-03T19:25:29.865" v="648" actId="26606"/>
          <ac:spMkLst>
            <pc:docMk/>
            <pc:sldMk cId="497896275" sldId="256"/>
            <ac:spMk id="3" creationId="{D5947380-319D-21FA-B1EE-32BA3B4F84F6}"/>
          </ac:spMkLst>
        </pc:spChg>
        <pc:spChg chg="add">
          <ac:chgData name="Jaydon Debus" userId="e0481a4c7914b810" providerId="LiveId" clId="{2AD7606E-2DAE-4AFB-9ED9-2C2ABCA6C8DF}" dt="2026-04-03T19:25:29.865" v="648" actId="26606"/>
          <ac:spMkLst>
            <pc:docMk/>
            <pc:sldMk cId="497896275" sldId="256"/>
            <ac:spMk id="8" creationId="{C3896A03-3945-419A-B66B-4EE266EDD152}"/>
          </ac:spMkLst>
        </pc:spChg>
        <pc:spChg chg="add">
          <ac:chgData name="Jaydon Debus" userId="e0481a4c7914b810" providerId="LiveId" clId="{2AD7606E-2DAE-4AFB-9ED9-2C2ABCA6C8DF}" dt="2026-04-03T19:25:29.865" v="648" actId="26606"/>
          <ac:spMkLst>
            <pc:docMk/>
            <pc:sldMk cId="497896275" sldId="256"/>
            <ac:spMk id="10" creationId="{B34F5AD2-EDBD-4BBD-A55C-EAFFD0C7097A}"/>
          </ac:spMkLst>
        </pc:spChg>
        <pc:spChg chg="add">
          <ac:chgData name="Jaydon Debus" userId="e0481a4c7914b810" providerId="LiveId" clId="{2AD7606E-2DAE-4AFB-9ED9-2C2ABCA6C8DF}" dt="2026-04-03T19:25:29.865" v="648" actId="26606"/>
          <ac:spMkLst>
            <pc:docMk/>
            <pc:sldMk cId="497896275" sldId="256"/>
            <ac:spMk id="12" creationId="{6832F003-FCA6-4CFB-A2EA-308F3AA257D1}"/>
          </ac:spMkLst>
        </pc:spChg>
      </pc:sldChg>
      <pc:sldChg chg="addSp delSp modSp new mod modTransition setBg">
        <pc:chgData name="Jaydon Debus" userId="e0481a4c7914b810" providerId="LiveId" clId="{2AD7606E-2DAE-4AFB-9ED9-2C2ABCA6C8DF}" dt="2026-04-08T20:45:14.231" v="676"/>
        <pc:sldMkLst>
          <pc:docMk/>
          <pc:sldMk cId="1689454212" sldId="259"/>
        </pc:sldMkLst>
        <pc:spChg chg="mod">
          <ac:chgData name="Jaydon Debus" userId="e0481a4c7914b810" providerId="LiveId" clId="{2AD7606E-2DAE-4AFB-9ED9-2C2ABCA6C8DF}" dt="2026-04-03T19:25:35.878" v="650" actId="26606"/>
          <ac:spMkLst>
            <pc:docMk/>
            <pc:sldMk cId="1689454212" sldId="259"/>
            <ac:spMk id="2" creationId="{9E2930C7-1ECF-D75B-9AD2-E908E94FDBA5}"/>
          </ac:spMkLst>
        </pc:spChg>
        <pc:spChg chg="add">
          <ac:chgData name="Jaydon Debus" userId="e0481a4c7914b810" providerId="LiveId" clId="{2AD7606E-2DAE-4AFB-9ED9-2C2ABCA6C8DF}" dt="2026-04-03T19:25:35.878" v="650" actId="26606"/>
          <ac:spMkLst>
            <pc:docMk/>
            <pc:sldMk cId="1689454212" sldId="259"/>
            <ac:spMk id="11" creationId="{70DFC902-7D23-471A-B557-B6B6917D7A0D}"/>
          </ac:spMkLst>
        </pc:spChg>
        <pc:spChg chg="add">
          <ac:chgData name="Jaydon Debus" userId="e0481a4c7914b810" providerId="LiveId" clId="{2AD7606E-2DAE-4AFB-9ED9-2C2ABCA6C8DF}" dt="2026-04-03T19:25:35.878" v="650" actId="26606"/>
          <ac:spMkLst>
            <pc:docMk/>
            <pc:sldMk cId="1689454212" sldId="259"/>
            <ac:spMk id="13" creationId="{A55D5633-D557-4DCA-982C-FF36EB7A1C00}"/>
          </ac:spMkLst>
        </pc:spChg>
        <pc:spChg chg="add">
          <ac:chgData name="Jaydon Debus" userId="e0481a4c7914b810" providerId="LiveId" clId="{2AD7606E-2DAE-4AFB-9ED9-2C2ABCA6C8DF}" dt="2026-04-03T19:25:35.878" v="650" actId="26606"/>
          <ac:spMkLst>
            <pc:docMk/>
            <pc:sldMk cId="1689454212" sldId="259"/>
            <ac:spMk id="15" creationId="{450D3AD2-FA80-415F-A9CE-54D884561CD7}"/>
          </ac:spMkLst>
        </pc:spChg>
        <pc:picChg chg="add mod ord">
          <ac:chgData name="Jaydon Debus" userId="e0481a4c7914b810" providerId="LiveId" clId="{2AD7606E-2DAE-4AFB-9ED9-2C2ABCA6C8DF}" dt="2026-04-03T19:49:29.473" v="674" actId="14100"/>
          <ac:picMkLst>
            <pc:docMk/>
            <pc:sldMk cId="1689454212" sldId="259"/>
            <ac:picMk id="18" creationId="{F2E2D063-41D9-AF54-57B3-02563BE7118E}"/>
          </ac:picMkLst>
        </pc:picChg>
      </pc:sldChg>
      <pc:sldChg chg="addSp modSp new mod modTransition setBg">
        <pc:chgData name="Jaydon Debus" userId="e0481a4c7914b810" providerId="LiveId" clId="{2AD7606E-2DAE-4AFB-9ED9-2C2ABCA6C8DF}" dt="2026-04-08T20:45:14.231" v="676"/>
        <pc:sldMkLst>
          <pc:docMk/>
          <pc:sldMk cId="74242616" sldId="261"/>
        </pc:sldMkLst>
        <pc:spChg chg="mod">
          <ac:chgData name="Jaydon Debus" userId="e0481a4c7914b810" providerId="LiveId" clId="{2AD7606E-2DAE-4AFB-9ED9-2C2ABCA6C8DF}" dt="2026-04-03T19:25:17.553" v="647" actId="26606"/>
          <ac:spMkLst>
            <pc:docMk/>
            <pc:sldMk cId="74242616" sldId="261"/>
            <ac:spMk id="2" creationId="{E391AC83-F6FD-B4F3-0F21-1F467306B90D}"/>
          </ac:spMkLst>
        </pc:spChg>
        <pc:spChg chg="mod">
          <ac:chgData name="Jaydon Debus" userId="e0481a4c7914b810" providerId="LiveId" clId="{2AD7606E-2DAE-4AFB-9ED9-2C2ABCA6C8DF}" dt="2026-04-03T19:25:17.553" v="647" actId="26606"/>
          <ac:spMkLst>
            <pc:docMk/>
            <pc:sldMk cId="74242616" sldId="261"/>
            <ac:spMk id="3" creationId="{F307F7D9-EEB0-A48E-4E52-D91A51806EEF}"/>
          </ac:spMkLst>
        </pc:spChg>
        <pc:spChg chg="add">
          <ac:chgData name="Jaydon Debus" userId="e0481a4c7914b810" providerId="LiveId" clId="{2AD7606E-2DAE-4AFB-9ED9-2C2ABCA6C8DF}" dt="2026-04-03T19:25:17.553" v="647" actId="26606"/>
          <ac:spMkLst>
            <pc:docMk/>
            <pc:sldMk cId="74242616" sldId="261"/>
            <ac:spMk id="8" creationId="{70DFC902-7D23-471A-B557-B6B6917D7A0D}"/>
          </ac:spMkLst>
        </pc:spChg>
        <pc:spChg chg="add">
          <ac:chgData name="Jaydon Debus" userId="e0481a4c7914b810" providerId="LiveId" clId="{2AD7606E-2DAE-4AFB-9ED9-2C2ABCA6C8DF}" dt="2026-04-03T19:25:17.553" v="647" actId="26606"/>
          <ac:spMkLst>
            <pc:docMk/>
            <pc:sldMk cId="74242616" sldId="261"/>
            <ac:spMk id="10" creationId="{A55D5633-D557-4DCA-982C-FF36EB7A1C00}"/>
          </ac:spMkLst>
        </pc:spChg>
        <pc:spChg chg="add">
          <ac:chgData name="Jaydon Debus" userId="e0481a4c7914b810" providerId="LiveId" clId="{2AD7606E-2DAE-4AFB-9ED9-2C2ABCA6C8DF}" dt="2026-04-03T19:25:17.553" v="647" actId="26606"/>
          <ac:spMkLst>
            <pc:docMk/>
            <pc:sldMk cId="74242616" sldId="261"/>
            <ac:spMk id="12" creationId="{450D3AD2-FA80-415F-A9CE-54D884561CD7}"/>
          </ac:spMkLst>
        </pc:spChg>
      </pc:sldChg>
      <pc:sldChg chg="addSp modSp new mod modTransition setBg">
        <pc:chgData name="Jaydon Debus" userId="e0481a4c7914b810" providerId="LiveId" clId="{2AD7606E-2DAE-4AFB-9ED9-2C2ABCA6C8DF}" dt="2026-04-08T20:45:14.231" v="676"/>
        <pc:sldMkLst>
          <pc:docMk/>
          <pc:sldMk cId="2117215585" sldId="262"/>
        </pc:sldMkLst>
        <pc:spChg chg="mod">
          <ac:chgData name="Jaydon Debus" userId="e0481a4c7914b810" providerId="LiveId" clId="{2AD7606E-2DAE-4AFB-9ED9-2C2ABCA6C8DF}" dt="2026-04-03T19:25:08.828" v="644" actId="26606"/>
          <ac:spMkLst>
            <pc:docMk/>
            <pc:sldMk cId="2117215585" sldId="262"/>
            <ac:spMk id="2" creationId="{4BBCB994-E07E-0FE2-04AE-CEC3747A5731}"/>
          </ac:spMkLst>
        </pc:spChg>
        <pc:spChg chg="mod">
          <ac:chgData name="Jaydon Debus" userId="e0481a4c7914b810" providerId="LiveId" clId="{2AD7606E-2DAE-4AFB-9ED9-2C2ABCA6C8DF}" dt="2026-04-03T19:25:08.828" v="644" actId="26606"/>
          <ac:spMkLst>
            <pc:docMk/>
            <pc:sldMk cId="2117215585" sldId="262"/>
            <ac:spMk id="3" creationId="{0C21D757-5517-1AEC-8A91-B14507821641}"/>
          </ac:spMkLst>
        </pc:spChg>
        <pc:spChg chg="add">
          <ac:chgData name="Jaydon Debus" userId="e0481a4c7914b810" providerId="LiveId" clId="{2AD7606E-2DAE-4AFB-9ED9-2C2ABCA6C8DF}" dt="2026-04-03T19:25:08.828" v="644" actId="26606"/>
          <ac:spMkLst>
            <pc:docMk/>
            <pc:sldMk cId="2117215585" sldId="262"/>
            <ac:spMk id="8" creationId="{70DFC902-7D23-471A-B557-B6B6917D7A0D}"/>
          </ac:spMkLst>
        </pc:spChg>
        <pc:spChg chg="add">
          <ac:chgData name="Jaydon Debus" userId="e0481a4c7914b810" providerId="LiveId" clId="{2AD7606E-2DAE-4AFB-9ED9-2C2ABCA6C8DF}" dt="2026-04-03T19:25:08.828" v="644" actId="26606"/>
          <ac:spMkLst>
            <pc:docMk/>
            <pc:sldMk cId="2117215585" sldId="262"/>
            <ac:spMk id="10" creationId="{A55D5633-D557-4DCA-982C-FF36EB7A1C00}"/>
          </ac:spMkLst>
        </pc:spChg>
        <pc:spChg chg="add">
          <ac:chgData name="Jaydon Debus" userId="e0481a4c7914b810" providerId="LiveId" clId="{2AD7606E-2DAE-4AFB-9ED9-2C2ABCA6C8DF}" dt="2026-04-03T19:25:08.828" v="644" actId="26606"/>
          <ac:spMkLst>
            <pc:docMk/>
            <pc:sldMk cId="2117215585" sldId="262"/>
            <ac:spMk id="12" creationId="{450D3AD2-FA80-415F-A9CE-54D884561CD7}"/>
          </ac:spMkLst>
        </pc:spChg>
      </pc:sldChg>
      <pc:sldChg chg="addSp modSp new mod modTransition setBg">
        <pc:chgData name="Jaydon Debus" userId="e0481a4c7914b810" providerId="LiveId" clId="{2AD7606E-2DAE-4AFB-9ED9-2C2ABCA6C8DF}" dt="2026-04-08T20:45:14.231" v="676"/>
        <pc:sldMkLst>
          <pc:docMk/>
          <pc:sldMk cId="3111779442" sldId="263"/>
        </pc:sldMkLst>
        <pc:spChg chg="mod">
          <ac:chgData name="Jaydon Debus" userId="e0481a4c7914b810" providerId="LiveId" clId="{2AD7606E-2DAE-4AFB-9ED9-2C2ABCA6C8DF}" dt="2026-04-03T19:25:12.974" v="645" actId="26606"/>
          <ac:spMkLst>
            <pc:docMk/>
            <pc:sldMk cId="3111779442" sldId="263"/>
            <ac:spMk id="2" creationId="{DD7A4EC0-FFA2-799D-F713-DB261553C099}"/>
          </ac:spMkLst>
        </pc:spChg>
        <pc:spChg chg="mod">
          <ac:chgData name="Jaydon Debus" userId="e0481a4c7914b810" providerId="LiveId" clId="{2AD7606E-2DAE-4AFB-9ED9-2C2ABCA6C8DF}" dt="2026-04-03T19:25:12.974" v="645" actId="26606"/>
          <ac:spMkLst>
            <pc:docMk/>
            <pc:sldMk cId="3111779442" sldId="263"/>
            <ac:spMk id="3" creationId="{DE0B4026-EE2A-AC15-844D-5E6A80793389}"/>
          </ac:spMkLst>
        </pc:spChg>
        <pc:spChg chg="add">
          <ac:chgData name="Jaydon Debus" userId="e0481a4c7914b810" providerId="LiveId" clId="{2AD7606E-2DAE-4AFB-9ED9-2C2ABCA6C8DF}" dt="2026-04-03T19:25:12.974" v="645" actId="26606"/>
          <ac:spMkLst>
            <pc:docMk/>
            <pc:sldMk cId="3111779442" sldId="263"/>
            <ac:spMk id="8" creationId="{70DFC902-7D23-471A-B557-B6B6917D7A0D}"/>
          </ac:spMkLst>
        </pc:spChg>
        <pc:spChg chg="add">
          <ac:chgData name="Jaydon Debus" userId="e0481a4c7914b810" providerId="LiveId" clId="{2AD7606E-2DAE-4AFB-9ED9-2C2ABCA6C8DF}" dt="2026-04-03T19:25:12.974" v="645" actId="26606"/>
          <ac:spMkLst>
            <pc:docMk/>
            <pc:sldMk cId="3111779442" sldId="263"/>
            <ac:spMk id="10" creationId="{A55D5633-D557-4DCA-982C-FF36EB7A1C00}"/>
          </ac:spMkLst>
        </pc:spChg>
        <pc:spChg chg="add">
          <ac:chgData name="Jaydon Debus" userId="e0481a4c7914b810" providerId="LiveId" clId="{2AD7606E-2DAE-4AFB-9ED9-2C2ABCA6C8DF}" dt="2026-04-03T19:25:12.974" v="645" actId="26606"/>
          <ac:spMkLst>
            <pc:docMk/>
            <pc:sldMk cId="3111779442" sldId="263"/>
            <ac:spMk id="12" creationId="{450D3AD2-FA80-415F-A9CE-54D884561CD7}"/>
          </ac:spMkLst>
        </pc:spChg>
      </pc:sldChg>
      <pc:sldChg chg="addSp modSp new mod modTransition setBg">
        <pc:chgData name="Jaydon Debus" userId="e0481a4c7914b810" providerId="LiveId" clId="{2AD7606E-2DAE-4AFB-9ED9-2C2ABCA6C8DF}" dt="2026-04-08T20:45:14.231" v="676"/>
        <pc:sldMkLst>
          <pc:docMk/>
          <pc:sldMk cId="3733630885" sldId="264"/>
        </pc:sldMkLst>
        <pc:spChg chg="mod">
          <ac:chgData name="Jaydon Debus" userId="e0481a4c7914b810" providerId="LiveId" clId="{2AD7606E-2DAE-4AFB-9ED9-2C2ABCA6C8DF}" dt="2026-04-03T19:25:15.538" v="646" actId="26606"/>
          <ac:spMkLst>
            <pc:docMk/>
            <pc:sldMk cId="3733630885" sldId="264"/>
            <ac:spMk id="2" creationId="{8A84DE78-DDCD-1009-8A60-94DCBA1093C0}"/>
          </ac:spMkLst>
        </pc:spChg>
        <pc:spChg chg="mod">
          <ac:chgData name="Jaydon Debus" userId="e0481a4c7914b810" providerId="LiveId" clId="{2AD7606E-2DAE-4AFB-9ED9-2C2ABCA6C8DF}" dt="2026-04-03T19:25:15.538" v="646" actId="26606"/>
          <ac:spMkLst>
            <pc:docMk/>
            <pc:sldMk cId="3733630885" sldId="264"/>
            <ac:spMk id="3" creationId="{0FE80B1D-93BB-8828-8BC6-0A5B044A6633}"/>
          </ac:spMkLst>
        </pc:spChg>
        <pc:spChg chg="add">
          <ac:chgData name="Jaydon Debus" userId="e0481a4c7914b810" providerId="LiveId" clId="{2AD7606E-2DAE-4AFB-9ED9-2C2ABCA6C8DF}" dt="2026-04-03T19:25:15.538" v="646" actId="26606"/>
          <ac:spMkLst>
            <pc:docMk/>
            <pc:sldMk cId="3733630885" sldId="264"/>
            <ac:spMk id="8" creationId="{70DFC902-7D23-471A-B557-B6B6917D7A0D}"/>
          </ac:spMkLst>
        </pc:spChg>
        <pc:spChg chg="add">
          <ac:chgData name="Jaydon Debus" userId="e0481a4c7914b810" providerId="LiveId" clId="{2AD7606E-2DAE-4AFB-9ED9-2C2ABCA6C8DF}" dt="2026-04-03T19:25:15.538" v="646" actId="26606"/>
          <ac:spMkLst>
            <pc:docMk/>
            <pc:sldMk cId="3733630885" sldId="264"/>
            <ac:spMk id="10" creationId="{A55D5633-D557-4DCA-982C-FF36EB7A1C00}"/>
          </ac:spMkLst>
        </pc:spChg>
        <pc:spChg chg="add">
          <ac:chgData name="Jaydon Debus" userId="e0481a4c7914b810" providerId="LiveId" clId="{2AD7606E-2DAE-4AFB-9ED9-2C2ABCA6C8DF}" dt="2026-04-03T19:25:15.538" v="646" actId="26606"/>
          <ac:spMkLst>
            <pc:docMk/>
            <pc:sldMk cId="3733630885" sldId="264"/>
            <ac:spMk id="12" creationId="{450D3AD2-FA80-415F-A9CE-54D884561CD7}"/>
          </ac:spMkLst>
        </pc:spChg>
      </pc:sldChg>
      <pc:sldMasterChg chg="modTransition modSldLayout">
        <pc:chgData name="Jaydon Debus" userId="e0481a4c7914b810" providerId="LiveId" clId="{2AD7606E-2DAE-4AFB-9ED9-2C2ABCA6C8DF}" dt="2026-04-08T20:45:14.231" v="676"/>
        <pc:sldMasterMkLst>
          <pc:docMk/>
          <pc:sldMasterMk cId="4094795840" sldId="2147483678"/>
        </pc:sldMasterMkLst>
        <pc:sldLayoutChg chg="modTransition">
          <pc:chgData name="Jaydon Debus" userId="e0481a4c7914b810" providerId="LiveId" clId="{2AD7606E-2DAE-4AFB-9ED9-2C2ABCA6C8DF}" dt="2026-04-08T20:45:14.231" v="676"/>
          <pc:sldLayoutMkLst>
            <pc:docMk/>
            <pc:sldMasterMk cId="4094795840" sldId="2147483678"/>
            <pc:sldLayoutMk cId="1871717878" sldId="2147483679"/>
          </pc:sldLayoutMkLst>
        </pc:sldLayoutChg>
        <pc:sldLayoutChg chg="modTransition">
          <pc:chgData name="Jaydon Debus" userId="e0481a4c7914b810" providerId="LiveId" clId="{2AD7606E-2DAE-4AFB-9ED9-2C2ABCA6C8DF}" dt="2026-04-08T20:45:14.231" v="676"/>
          <pc:sldLayoutMkLst>
            <pc:docMk/>
            <pc:sldMasterMk cId="4094795840" sldId="2147483678"/>
            <pc:sldLayoutMk cId="1062948500" sldId="2147483680"/>
          </pc:sldLayoutMkLst>
        </pc:sldLayoutChg>
        <pc:sldLayoutChg chg="modTransition">
          <pc:chgData name="Jaydon Debus" userId="e0481a4c7914b810" providerId="LiveId" clId="{2AD7606E-2DAE-4AFB-9ED9-2C2ABCA6C8DF}" dt="2026-04-08T20:45:14.231" v="676"/>
          <pc:sldLayoutMkLst>
            <pc:docMk/>
            <pc:sldMasterMk cId="4094795840" sldId="2147483678"/>
            <pc:sldLayoutMk cId="1193105629" sldId="2147483681"/>
          </pc:sldLayoutMkLst>
        </pc:sldLayoutChg>
        <pc:sldLayoutChg chg="modTransition">
          <pc:chgData name="Jaydon Debus" userId="e0481a4c7914b810" providerId="LiveId" clId="{2AD7606E-2DAE-4AFB-9ED9-2C2ABCA6C8DF}" dt="2026-04-08T20:45:14.231" v="676"/>
          <pc:sldLayoutMkLst>
            <pc:docMk/>
            <pc:sldMasterMk cId="4094795840" sldId="2147483678"/>
            <pc:sldLayoutMk cId="1290716263" sldId="2147483682"/>
          </pc:sldLayoutMkLst>
        </pc:sldLayoutChg>
        <pc:sldLayoutChg chg="modTransition">
          <pc:chgData name="Jaydon Debus" userId="e0481a4c7914b810" providerId="LiveId" clId="{2AD7606E-2DAE-4AFB-9ED9-2C2ABCA6C8DF}" dt="2026-04-08T20:45:14.231" v="676"/>
          <pc:sldLayoutMkLst>
            <pc:docMk/>
            <pc:sldMasterMk cId="4094795840" sldId="2147483678"/>
            <pc:sldLayoutMk cId="1081771753" sldId="2147483683"/>
          </pc:sldLayoutMkLst>
        </pc:sldLayoutChg>
        <pc:sldLayoutChg chg="modTransition">
          <pc:chgData name="Jaydon Debus" userId="e0481a4c7914b810" providerId="LiveId" clId="{2AD7606E-2DAE-4AFB-9ED9-2C2ABCA6C8DF}" dt="2026-04-08T20:45:14.231" v="676"/>
          <pc:sldLayoutMkLst>
            <pc:docMk/>
            <pc:sldMasterMk cId="4094795840" sldId="2147483678"/>
            <pc:sldLayoutMk cId="116063409" sldId="2147483684"/>
          </pc:sldLayoutMkLst>
        </pc:sldLayoutChg>
        <pc:sldLayoutChg chg="modTransition">
          <pc:chgData name="Jaydon Debus" userId="e0481a4c7914b810" providerId="LiveId" clId="{2AD7606E-2DAE-4AFB-9ED9-2C2ABCA6C8DF}" dt="2026-04-08T20:45:14.231" v="676"/>
          <pc:sldLayoutMkLst>
            <pc:docMk/>
            <pc:sldMasterMk cId="4094795840" sldId="2147483678"/>
            <pc:sldLayoutMk cId="1005570231" sldId="2147483685"/>
          </pc:sldLayoutMkLst>
        </pc:sldLayoutChg>
        <pc:sldLayoutChg chg="modTransition">
          <pc:chgData name="Jaydon Debus" userId="e0481a4c7914b810" providerId="LiveId" clId="{2AD7606E-2DAE-4AFB-9ED9-2C2ABCA6C8DF}" dt="2026-04-08T20:45:14.231" v="676"/>
          <pc:sldLayoutMkLst>
            <pc:docMk/>
            <pc:sldMasterMk cId="4094795840" sldId="2147483678"/>
            <pc:sldLayoutMk cId="106407141" sldId="2147483686"/>
          </pc:sldLayoutMkLst>
        </pc:sldLayoutChg>
        <pc:sldLayoutChg chg="modTransition">
          <pc:chgData name="Jaydon Debus" userId="e0481a4c7914b810" providerId="LiveId" clId="{2AD7606E-2DAE-4AFB-9ED9-2C2ABCA6C8DF}" dt="2026-04-08T20:45:14.231" v="676"/>
          <pc:sldLayoutMkLst>
            <pc:docMk/>
            <pc:sldMasterMk cId="4094795840" sldId="2147483678"/>
            <pc:sldLayoutMk cId="2097556314" sldId="2147483687"/>
          </pc:sldLayoutMkLst>
        </pc:sldLayoutChg>
        <pc:sldLayoutChg chg="modTransition">
          <pc:chgData name="Jaydon Debus" userId="e0481a4c7914b810" providerId="LiveId" clId="{2AD7606E-2DAE-4AFB-9ED9-2C2ABCA6C8DF}" dt="2026-04-08T20:45:14.231" v="676"/>
          <pc:sldLayoutMkLst>
            <pc:docMk/>
            <pc:sldMasterMk cId="4094795840" sldId="2147483678"/>
            <pc:sldLayoutMk cId="2388843542" sldId="2147483688"/>
          </pc:sldLayoutMkLst>
        </pc:sldLayoutChg>
        <pc:sldLayoutChg chg="modTransition">
          <pc:chgData name="Jaydon Debus" userId="e0481a4c7914b810" providerId="LiveId" clId="{2AD7606E-2DAE-4AFB-9ED9-2C2ABCA6C8DF}" dt="2026-04-08T20:45:14.231" v="676"/>
          <pc:sldLayoutMkLst>
            <pc:docMk/>
            <pc:sldMasterMk cId="4094795840" sldId="2147483678"/>
            <pc:sldLayoutMk cId="3931936572" sldId="2147483689"/>
          </pc:sldLayoutMkLst>
        </pc:sldLayout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829A30-3159-8A56-E965-5D042455733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40E9016-2684-0A60-6F1A-2D7675A1F15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D908BD0-8489-2B7D-F939-9FBAF874B793}"/>
              </a:ext>
            </a:extLst>
          </p:cNvPr>
          <p:cNvSpPr>
            <a:spLocks noGrp="1"/>
          </p:cNvSpPr>
          <p:nvPr>
            <p:ph type="dt" sz="half" idx="10"/>
          </p:nvPr>
        </p:nvSpPr>
        <p:spPr/>
        <p:txBody>
          <a:bodyPr/>
          <a:lstStyle/>
          <a:p>
            <a:fld id="{2EBCEDB6-0DA7-4FBD-9BCE-B544E9EE0D77}" type="datetimeFigureOut">
              <a:rPr lang="en-US" smtClean="0"/>
              <a:t>4/8/2026</a:t>
            </a:fld>
            <a:endParaRPr lang="en-US"/>
          </a:p>
        </p:txBody>
      </p:sp>
      <p:sp>
        <p:nvSpPr>
          <p:cNvPr id="5" name="Footer Placeholder 4">
            <a:extLst>
              <a:ext uri="{FF2B5EF4-FFF2-40B4-BE49-F238E27FC236}">
                <a16:creationId xmlns:a16="http://schemas.microsoft.com/office/drawing/2014/main" id="{BDAE7543-0C35-1AEA-E3E0-5278B5AC3A4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603AC8-6AD0-BBEE-06FA-1E3AD54E2492}"/>
              </a:ext>
            </a:extLst>
          </p:cNvPr>
          <p:cNvSpPr>
            <a:spLocks noGrp="1"/>
          </p:cNvSpPr>
          <p:nvPr>
            <p:ph type="sldNum" sz="quarter" idx="12"/>
          </p:nvPr>
        </p:nvSpPr>
        <p:spPr/>
        <p:txBody>
          <a:bodyPr/>
          <a:lstStyle/>
          <a:p>
            <a:fld id="{A0FBC1D7-BAEC-4A00-AB27-E8AA9E064719}" type="slidenum">
              <a:rPr lang="en-US" smtClean="0"/>
              <a:t>‹#›</a:t>
            </a:fld>
            <a:endParaRPr lang="en-US"/>
          </a:p>
        </p:txBody>
      </p:sp>
    </p:spTree>
    <p:extLst>
      <p:ext uri="{BB962C8B-B14F-4D97-AF65-F5344CB8AC3E}">
        <p14:creationId xmlns:p14="http://schemas.microsoft.com/office/powerpoint/2010/main" val="187171787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568F15-372F-3550-9F51-24DD9FC3370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CFFD1BA-83CF-474B-B361-95B0D451FD2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B7488F9-52DB-4767-3DB1-F0BCD86907DC}"/>
              </a:ext>
            </a:extLst>
          </p:cNvPr>
          <p:cNvSpPr>
            <a:spLocks noGrp="1"/>
          </p:cNvSpPr>
          <p:nvPr>
            <p:ph type="dt" sz="half" idx="10"/>
          </p:nvPr>
        </p:nvSpPr>
        <p:spPr/>
        <p:txBody>
          <a:bodyPr/>
          <a:lstStyle/>
          <a:p>
            <a:fld id="{2EBCEDB6-0DA7-4FBD-9BCE-B544E9EE0D77}" type="datetimeFigureOut">
              <a:rPr lang="en-US" smtClean="0"/>
              <a:t>4/8/2026</a:t>
            </a:fld>
            <a:endParaRPr lang="en-US"/>
          </a:p>
        </p:txBody>
      </p:sp>
      <p:sp>
        <p:nvSpPr>
          <p:cNvPr id="5" name="Footer Placeholder 4">
            <a:extLst>
              <a:ext uri="{FF2B5EF4-FFF2-40B4-BE49-F238E27FC236}">
                <a16:creationId xmlns:a16="http://schemas.microsoft.com/office/drawing/2014/main" id="{EEFCE314-8D35-B8CC-46FF-90F1137C040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DF4A792-EBB9-6716-B25D-1C101B811FEE}"/>
              </a:ext>
            </a:extLst>
          </p:cNvPr>
          <p:cNvSpPr>
            <a:spLocks noGrp="1"/>
          </p:cNvSpPr>
          <p:nvPr>
            <p:ph type="sldNum" sz="quarter" idx="12"/>
          </p:nvPr>
        </p:nvSpPr>
        <p:spPr/>
        <p:txBody>
          <a:bodyPr/>
          <a:lstStyle/>
          <a:p>
            <a:fld id="{A0FBC1D7-BAEC-4A00-AB27-E8AA9E064719}" type="slidenum">
              <a:rPr lang="en-US" smtClean="0"/>
              <a:t>‹#›</a:t>
            </a:fld>
            <a:endParaRPr lang="en-US"/>
          </a:p>
        </p:txBody>
      </p:sp>
    </p:spTree>
    <p:extLst>
      <p:ext uri="{BB962C8B-B14F-4D97-AF65-F5344CB8AC3E}">
        <p14:creationId xmlns:p14="http://schemas.microsoft.com/office/powerpoint/2010/main" val="106294850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01A917-83CE-DEF9-7B5B-67538718E43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3805E3E-6220-0793-1574-3595A28D48F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8F3EA5C-9A45-0FE3-74FB-9281F8BEFECA}"/>
              </a:ext>
            </a:extLst>
          </p:cNvPr>
          <p:cNvSpPr>
            <a:spLocks noGrp="1"/>
          </p:cNvSpPr>
          <p:nvPr>
            <p:ph type="dt" sz="half" idx="10"/>
          </p:nvPr>
        </p:nvSpPr>
        <p:spPr/>
        <p:txBody>
          <a:bodyPr/>
          <a:lstStyle/>
          <a:p>
            <a:fld id="{2EBCEDB6-0DA7-4FBD-9BCE-B544E9EE0D77}" type="datetimeFigureOut">
              <a:rPr lang="en-US" smtClean="0"/>
              <a:t>4/8/2026</a:t>
            </a:fld>
            <a:endParaRPr lang="en-US"/>
          </a:p>
        </p:txBody>
      </p:sp>
      <p:sp>
        <p:nvSpPr>
          <p:cNvPr id="5" name="Footer Placeholder 4">
            <a:extLst>
              <a:ext uri="{FF2B5EF4-FFF2-40B4-BE49-F238E27FC236}">
                <a16:creationId xmlns:a16="http://schemas.microsoft.com/office/drawing/2014/main" id="{CC842739-F9F4-7A61-C0FD-5B27EE926D1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CA5F7B5-0985-D2E1-B4ED-1089620AA4F6}"/>
              </a:ext>
            </a:extLst>
          </p:cNvPr>
          <p:cNvSpPr>
            <a:spLocks noGrp="1"/>
          </p:cNvSpPr>
          <p:nvPr>
            <p:ph type="sldNum" sz="quarter" idx="12"/>
          </p:nvPr>
        </p:nvSpPr>
        <p:spPr/>
        <p:txBody>
          <a:bodyPr/>
          <a:lstStyle/>
          <a:p>
            <a:fld id="{A0FBC1D7-BAEC-4A00-AB27-E8AA9E064719}" type="slidenum">
              <a:rPr lang="en-US" smtClean="0"/>
              <a:t>‹#›</a:t>
            </a:fld>
            <a:endParaRPr lang="en-US"/>
          </a:p>
        </p:txBody>
      </p:sp>
    </p:spTree>
    <p:extLst>
      <p:ext uri="{BB962C8B-B14F-4D97-AF65-F5344CB8AC3E}">
        <p14:creationId xmlns:p14="http://schemas.microsoft.com/office/powerpoint/2010/main" val="119310562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E16AC1-A935-F0F8-0BE5-488A8A78C99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FEACEF2-8684-31A7-84D7-D2FD9B116CB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6DC8DFB-EC3C-162D-E8F0-E4DC951A8CE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7F50E85-8CB5-A795-13D5-17CBDBAE452E}"/>
              </a:ext>
            </a:extLst>
          </p:cNvPr>
          <p:cNvSpPr>
            <a:spLocks noGrp="1"/>
          </p:cNvSpPr>
          <p:nvPr>
            <p:ph type="dt" sz="half" idx="10"/>
          </p:nvPr>
        </p:nvSpPr>
        <p:spPr/>
        <p:txBody>
          <a:bodyPr/>
          <a:lstStyle/>
          <a:p>
            <a:fld id="{2EBCEDB6-0DA7-4FBD-9BCE-B544E9EE0D77}" type="datetimeFigureOut">
              <a:rPr lang="en-US" smtClean="0"/>
              <a:t>4/8/2026</a:t>
            </a:fld>
            <a:endParaRPr lang="en-US"/>
          </a:p>
        </p:txBody>
      </p:sp>
      <p:sp>
        <p:nvSpPr>
          <p:cNvPr id="6" name="Footer Placeholder 5">
            <a:extLst>
              <a:ext uri="{FF2B5EF4-FFF2-40B4-BE49-F238E27FC236}">
                <a16:creationId xmlns:a16="http://schemas.microsoft.com/office/drawing/2014/main" id="{86584C12-975C-AA22-51F2-73B982F1FBA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F575DA9-E59C-C879-FD1F-F51E84AF09C0}"/>
              </a:ext>
            </a:extLst>
          </p:cNvPr>
          <p:cNvSpPr>
            <a:spLocks noGrp="1"/>
          </p:cNvSpPr>
          <p:nvPr>
            <p:ph type="sldNum" sz="quarter" idx="12"/>
          </p:nvPr>
        </p:nvSpPr>
        <p:spPr/>
        <p:txBody>
          <a:bodyPr/>
          <a:lstStyle/>
          <a:p>
            <a:fld id="{A0FBC1D7-BAEC-4A00-AB27-E8AA9E064719}" type="slidenum">
              <a:rPr lang="en-US" smtClean="0"/>
              <a:t>‹#›</a:t>
            </a:fld>
            <a:endParaRPr lang="en-US"/>
          </a:p>
        </p:txBody>
      </p:sp>
    </p:spTree>
    <p:extLst>
      <p:ext uri="{BB962C8B-B14F-4D97-AF65-F5344CB8AC3E}">
        <p14:creationId xmlns:p14="http://schemas.microsoft.com/office/powerpoint/2010/main" val="129071626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133A68-EB25-0DD3-B297-20BCFAA479E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8C3FE67-42E0-134E-9990-92D2CC62642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D1246C0-C4AE-43FD-6E2E-666924D3E58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6CF142B-7973-1B35-033D-956347B42F2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446BD66-A19F-1A15-C8A7-58A29D3433E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6C3B8BC-585A-FC1C-FFF9-13C0FF05E194}"/>
              </a:ext>
            </a:extLst>
          </p:cNvPr>
          <p:cNvSpPr>
            <a:spLocks noGrp="1"/>
          </p:cNvSpPr>
          <p:nvPr>
            <p:ph type="dt" sz="half" idx="10"/>
          </p:nvPr>
        </p:nvSpPr>
        <p:spPr/>
        <p:txBody>
          <a:bodyPr/>
          <a:lstStyle/>
          <a:p>
            <a:fld id="{2EBCEDB6-0DA7-4FBD-9BCE-B544E9EE0D77}" type="datetimeFigureOut">
              <a:rPr lang="en-US" smtClean="0"/>
              <a:t>4/8/2026</a:t>
            </a:fld>
            <a:endParaRPr lang="en-US"/>
          </a:p>
        </p:txBody>
      </p:sp>
      <p:sp>
        <p:nvSpPr>
          <p:cNvPr id="8" name="Footer Placeholder 7">
            <a:extLst>
              <a:ext uri="{FF2B5EF4-FFF2-40B4-BE49-F238E27FC236}">
                <a16:creationId xmlns:a16="http://schemas.microsoft.com/office/drawing/2014/main" id="{091AE77B-503B-4C79-9CAD-15C75091597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68AB6D6-5DBC-AE8E-5270-441E6864648E}"/>
              </a:ext>
            </a:extLst>
          </p:cNvPr>
          <p:cNvSpPr>
            <a:spLocks noGrp="1"/>
          </p:cNvSpPr>
          <p:nvPr>
            <p:ph type="sldNum" sz="quarter" idx="12"/>
          </p:nvPr>
        </p:nvSpPr>
        <p:spPr/>
        <p:txBody>
          <a:bodyPr/>
          <a:lstStyle/>
          <a:p>
            <a:fld id="{A0FBC1D7-BAEC-4A00-AB27-E8AA9E064719}" type="slidenum">
              <a:rPr lang="en-US" smtClean="0"/>
              <a:t>‹#›</a:t>
            </a:fld>
            <a:endParaRPr lang="en-US"/>
          </a:p>
        </p:txBody>
      </p:sp>
    </p:spTree>
    <p:extLst>
      <p:ext uri="{BB962C8B-B14F-4D97-AF65-F5344CB8AC3E}">
        <p14:creationId xmlns:p14="http://schemas.microsoft.com/office/powerpoint/2010/main" val="108177175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7C7918-3459-569A-DCA1-D9427E2431A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FA2AC83-C19E-EB68-01CE-A81A3DB586DF}"/>
              </a:ext>
            </a:extLst>
          </p:cNvPr>
          <p:cNvSpPr>
            <a:spLocks noGrp="1"/>
          </p:cNvSpPr>
          <p:nvPr>
            <p:ph type="dt" sz="half" idx="10"/>
          </p:nvPr>
        </p:nvSpPr>
        <p:spPr/>
        <p:txBody>
          <a:bodyPr/>
          <a:lstStyle/>
          <a:p>
            <a:fld id="{2EBCEDB6-0DA7-4FBD-9BCE-B544E9EE0D77}" type="datetimeFigureOut">
              <a:rPr lang="en-US" smtClean="0"/>
              <a:t>4/8/2026</a:t>
            </a:fld>
            <a:endParaRPr lang="en-US"/>
          </a:p>
        </p:txBody>
      </p:sp>
      <p:sp>
        <p:nvSpPr>
          <p:cNvPr id="4" name="Footer Placeholder 3">
            <a:extLst>
              <a:ext uri="{FF2B5EF4-FFF2-40B4-BE49-F238E27FC236}">
                <a16:creationId xmlns:a16="http://schemas.microsoft.com/office/drawing/2014/main" id="{026B01CD-2B36-EDBE-7739-F433BC6B025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EA1E4B5-5D3C-88E7-8A2B-BC502574C58E}"/>
              </a:ext>
            </a:extLst>
          </p:cNvPr>
          <p:cNvSpPr>
            <a:spLocks noGrp="1"/>
          </p:cNvSpPr>
          <p:nvPr>
            <p:ph type="sldNum" sz="quarter" idx="12"/>
          </p:nvPr>
        </p:nvSpPr>
        <p:spPr/>
        <p:txBody>
          <a:bodyPr/>
          <a:lstStyle/>
          <a:p>
            <a:fld id="{A0FBC1D7-BAEC-4A00-AB27-E8AA9E064719}" type="slidenum">
              <a:rPr lang="en-US" smtClean="0"/>
              <a:t>‹#›</a:t>
            </a:fld>
            <a:endParaRPr lang="en-US"/>
          </a:p>
        </p:txBody>
      </p:sp>
    </p:spTree>
    <p:extLst>
      <p:ext uri="{BB962C8B-B14F-4D97-AF65-F5344CB8AC3E}">
        <p14:creationId xmlns:p14="http://schemas.microsoft.com/office/powerpoint/2010/main" val="11606340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E83A104-31A6-6DF4-F4B2-E75F7EFC210D}"/>
              </a:ext>
            </a:extLst>
          </p:cNvPr>
          <p:cNvSpPr>
            <a:spLocks noGrp="1"/>
          </p:cNvSpPr>
          <p:nvPr>
            <p:ph type="dt" sz="half" idx="10"/>
          </p:nvPr>
        </p:nvSpPr>
        <p:spPr/>
        <p:txBody>
          <a:bodyPr/>
          <a:lstStyle/>
          <a:p>
            <a:fld id="{2EBCEDB6-0DA7-4FBD-9BCE-B544E9EE0D77}" type="datetimeFigureOut">
              <a:rPr lang="en-US" smtClean="0"/>
              <a:t>4/8/2026</a:t>
            </a:fld>
            <a:endParaRPr lang="en-US"/>
          </a:p>
        </p:txBody>
      </p:sp>
      <p:sp>
        <p:nvSpPr>
          <p:cNvPr id="3" name="Footer Placeholder 2">
            <a:extLst>
              <a:ext uri="{FF2B5EF4-FFF2-40B4-BE49-F238E27FC236}">
                <a16:creationId xmlns:a16="http://schemas.microsoft.com/office/drawing/2014/main" id="{3089C3EE-BBC5-4266-6BAC-98F4A7BB164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734D418-30B8-AF37-A100-B4E5482B1236}"/>
              </a:ext>
            </a:extLst>
          </p:cNvPr>
          <p:cNvSpPr>
            <a:spLocks noGrp="1"/>
          </p:cNvSpPr>
          <p:nvPr>
            <p:ph type="sldNum" sz="quarter" idx="12"/>
          </p:nvPr>
        </p:nvSpPr>
        <p:spPr/>
        <p:txBody>
          <a:bodyPr/>
          <a:lstStyle/>
          <a:p>
            <a:fld id="{A0FBC1D7-BAEC-4A00-AB27-E8AA9E064719}" type="slidenum">
              <a:rPr lang="en-US" smtClean="0"/>
              <a:t>‹#›</a:t>
            </a:fld>
            <a:endParaRPr lang="en-US"/>
          </a:p>
        </p:txBody>
      </p:sp>
    </p:spTree>
    <p:extLst>
      <p:ext uri="{BB962C8B-B14F-4D97-AF65-F5344CB8AC3E}">
        <p14:creationId xmlns:p14="http://schemas.microsoft.com/office/powerpoint/2010/main" val="100557023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15BC60-3885-6676-F776-0BCDB55151D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2D3A4BA-9EFF-BC8D-DB9E-CAA32CD0FA1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C75CEE3-D247-2B63-0F6C-35BBD264D48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74AFDC0-B520-5732-7B38-07223CF1E3E4}"/>
              </a:ext>
            </a:extLst>
          </p:cNvPr>
          <p:cNvSpPr>
            <a:spLocks noGrp="1"/>
          </p:cNvSpPr>
          <p:nvPr>
            <p:ph type="dt" sz="half" idx="10"/>
          </p:nvPr>
        </p:nvSpPr>
        <p:spPr/>
        <p:txBody>
          <a:bodyPr/>
          <a:lstStyle/>
          <a:p>
            <a:fld id="{2EBCEDB6-0DA7-4FBD-9BCE-B544E9EE0D77}" type="datetimeFigureOut">
              <a:rPr lang="en-US" smtClean="0"/>
              <a:t>4/8/2026</a:t>
            </a:fld>
            <a:endParaRPr lang="en-US"/>
          </a:p>
        </p:txBody>
      </p:sp>
      <p:sp>
        <p:nvSpPr>
          <p:cNvPr id="6" name="Footer Placeholder 5">
            <a:extLst>
              <a:ext uri="{FF2B5EF4-FFF2-40B4-BE49-F238E27FC236}">
                <a16:creationId xmlns:a16="http://schemas.microsoft.com/office/drawing/2014/main" id="{1CDA8ACA-F264-508A-CE3A-A7F65CADCAA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CC95A37-50F5-3E41-A0A4-5CEB6232DD23}"/>
              </a:ext>
            </a:extLst>
          </p:cNvPr>
          <p:cNvSpPr>
            <a:spLocks noGrp="1"/>
          </p:cNvSpPr>
          <p:nvPr>
            <p:ph type="sldNum" sz="quarter" idx="12"/>
          </p:nvPr>
        </p:nvSpPr>
        <p:spPr/>
        <p:txBody>
          <a:bodyPr/>
          <a:lstStyle/>
          <a:p>
            <a:fld id="{A0FBC1D7-BAEC-4A00-AB27-E8AA9E064719}" type="slidenum">
              <a:rPr lang="en-US" smtClean="0"/>
              <a:t>‹#›</a:t>
            </a:fld>
            <a:endParaRPr lang="en-US"/>
          </a:p>
        </p:txBody>
      </p:sp>
    </p:spTree>
    <p:extLst>
      <p:ext uri="{BB962C8B-B14F-4D97-AF65-F5344CB8AC3E}">
        <p14:creationId xmlns:p14="http://schemas.microsoft.com/office/powerpoint/2010/main" val="10640714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FD2240-9DB9-47CE-8379-3AD6152585D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8FA31DC-1F1A-588E-E20F-83895DABC86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6F0AB12-AA82-A549-F43E-F7559EE0133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A55A47D-6694-5073-2961-86943BD1D3A4}"/>
              </a:ext>
            </a:extLst>
          </p:cNvPr>
          <p:cNvSpPr>
            <a:spLocks noGrp="1"/>
          </p:cNvSpPr>
          <p:nvPr>
            <p:ph type="dt" sz="half" idx="10"/>
          </p:nvPr>
        </p:nvSpPr>
        <p:spPr/>
        <p:txBody>
          <a:bodyPr/>
          <a:lstStyle/>
          <a:p>
            <a:fld id="{2EBCEDB6-0DA7-4FBD-9BCE-B544E9EE0D77}" type="datetimeFigureOut">
              <a:rPr lang="en-US" smtClean="0"/>
              <a:t>4/8/2026</a:t>
            </a:fld>
            <a:endParaRPr lang="en-US"/>
          </a:p>
        </p:txBody>
      </p:sp>
      <p:sp>
        <p:nvSpPr>
          <p:cNvPr id="6" name="Footer Placeholder 5">
            <a:extLst>
              <a:ext uri="{FF2B5EF4-FFF2-40B4-BE49-F238E27FC236}">
                <a16:creationId xmlns:a16="http://schemas.microsoft.com/office/drawing/2014/main" id="{A432EE99-D460-7569-18E2-A65A319CDAD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8A1A476-B7DA-DF1F-3C77-CAC651C7F320}"/>
              </a:ext>
            </a:extLst>
          </p:cNvPr>
          <p:cNvSpPr>
            <a:spLocks noGrp="1"/>
          </p:cNvSpPr>
          <p:nvPr>
            <p:ph type="sldNum" sz="quarter" idx="12"/>
          </p:nvPr>
        </p:nvSpPr>
        <p:spPr/>
        <p:txBody>
          <a:bodyPr/>
          <a:lstStyle/>
          <a:p>
            <a:fld id="{A0FBC1D7-BAEC-4A00-AB27-E8AA9E064719}" type="slidenum">
              <a:rPr lang="en-US" smtClean="0"/>
              <a:t>‹#›</a:t>
            </a:fld>
            <a:endParaRPr lang="en-US"/>
          </a:p>
        </p:txBody>
      </p:sp>
    </p:spTree>
    <p:extLst>
      <p:ext uri="{BB962C8B-B14F-4D97-AF65-F5344CB8AC3E}">
        <p14:creationId xmlns:p14="http://schemas.microsoft.com/office/powerpoint/2010/main" val="209755631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37F429-8CD8-0A99-944F-FAAD3DEE8C1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C5FB635-94E2-ACCC-3D29-54C8A72669C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F5D8AE-E7F2-9E51-CD33-1EFA4B379B1E}"/>
              </a:ext>
            </a:extLst>
          </p:cNvPr>
          <p:cNvSpPr>
            <a:spLocks noGrp="1"/>
          </p:cNvSpPr>
          <p:nvPr>
            <p:ph type="dt" sz="half" idx="10"/>
          </p:nvPr>
        </p:nvSpPr>
        <p:spPr/>
        <p:txBody>
          <a:bodyPr/>
          <a:lstStyle/>
          <a:p>
            <a:fld id="{2EBCEDB6-0DA7-4FBD-9BCE-B544E9EE0D77}" type="datetimeFigureOut">
              <a:rPr lang="en-US" smtClean="0"/>
              <a:t>4/8/2026</a:t>
            </a:fld>
            <a:endParaRPr lang="en-US"/>
          </a:p>
        </p:txBody>
      </p:sp>
      <p:sp>
        <p:nvSpPr>
          <p:cNvPr id="5" name="Footer Placeholder 4">
            <a:extLst>
              <a:ext uri="{FF2B5EF4-FFF2-40B4-BE49-F238E27FC236}">
                <a16:creationId xmlns:a16="http://schemas.microsoft.com/office/drawing/2014/main" id="{FA73F7B3-FB91-9FD1-7A34-098F80BE6E7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B587877-29F4-1363-02B8-36E548A95AF8}"/>
              </a:ext>
            </a:extLst>
          </p:cNvPr>
          <p:cNvSpPr>
            <a:spLocks noGrp="1"/>
          </p:cNvSpPr>
          <p:nvPr>
            <p:ph type="sldNum" sz="quarter" idx="12"/>
          </p:nvPr>
        </p:nvSpPr>
        <p:spPr/>
        <p:txBody>
          <a:bodyPr/>
          <a:lstStyle/>
          <a:p>
            <a:fld id="{A0FBC1D7-BAEC-4A00-AB27-E8AA9E064719}" type="slidenum">
              <a:rPr lang="en-US" smtClean="0"/>
              <a:t>‹#›</a:t>
            </a:fld>
            <a:endParaRPr lang="en-US"/>
          </a:p>
        </p:txBody>
      </p:sp>
    </p:spTree>
    <p:extLst>
      <p:ext uri="{BB962C8B-B14F-4D97-AF65-F5344CB8AC3E}">
        <p14:creationId xmlns:p14="http://schemas.microsoft.com/office/powerpoint/2010/main" val="238884354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B7FB7B8-5B26-9BB1-E87E-080A28D395D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9765A7F-8BB5-0F0F-689C-5032839744B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9DBBE3-215D-3AD0-F18F-6F225A1F4E1C}"/>
              </a:ext>
            </a:extLst>
          </p:cNvPr>
          <p:cNvSpPr>
            <a:spLocks noGrp="1"/>
          </p:cNvSpPr>
          <p:nvPr>
            <p:ph type="dt" sz="half" idx="10"/>
          </p:nvPr>
        </p:nvSpPr>
        <p:spPr/>
        <p:txBody>
          <a:bodyPr/>
          <a:lstStyle/>
          <a:p>
            <a:fld id="{2EBCEDB6-0DA7-4FBD-9BCE-B544E9EE0D77}" type="datetimeFigureOut">
              <a:rPr lang="en-US" smtClean="0"/>
              <a:t>4/8/2026</a:t>
            </a:fld>
            <a:endParaRPr lang="en-US"/>
          </a:p>
        </p:txBody>
      </p:sp>
      <p:sp>
        <p:nvSpPr>
          <p:cNvPr id="5" name="Footer Placeholder 4">
            <a:extLst>
              <a:ext uri="{FF2B5EF4-FFF2-40B4-BE49-F238E27FC236}">
                <a16:creationId xmlns:a16="http://schemas.microsoft.com/office/drawing/2014/main" id="{6E38A157-23F4-D670-6288-12B82454DBF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E19BFF-217F-C176-CFD7-93159F19B433}"/>
              </a:ext>
            </a:extLst>
          </p:cNvPr>
          <p:cNvSpPr>
            <a:spLocks noGrp="1"/>
          </p:cNvSpPr>
          <p:nvPr>
            <p:ph type="sldNum" sz="quarter" idx="12"/>
          </p:nvPr>
        </p:nvSpPr>
        <p:spPr/>
        <p:txBody>
          <a:bodyPr/>
          <a:lstStyle/>
          <a:p>
            <a:fld id="{A0FBC1D7-BAEC-4A00-AB27-E8AA9E064719}" type="slidenum">
              <a:rPr lang="en-US" smtClean="0"/>
              <a:t>‹#›</a:t>
            </a:fld>
            <a:endParaRPr lang="en-US"/>
          </a:p>
        </p:txBody>
      </p:sp>
    </p:spTree>
    <p:extLst>
      <p:ext uri="{BB962C8B-B14F-4D97-AF65-F5344CB8AC3E}">
        <p14:creationId xmlns:p14="http://schemas.microsoft.com/office/powerpoint/2010/main" val="393193657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4C05310-52F8-F6E8-1D8D-C2357551447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50FF7E7-B539-2614-E96C-FD4DFEC7289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FAAEFB6-3874-221F-9B42-B9C4416FCEA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EBCEDB6-0DA7-4FBD-9BCE-B544E9EE0D77}" type="datetimeFigureOut">
              <a:rPr lang="en-US" smtClean="0"/>
              <a:t>4/8/2026</a:t>
            </a:fld>
            <a:endParaRPr lang="en-US"/>
          </a:p>
        </p:txBody>
      </p:sp>
      <p:sp>
        <p:nvSpPr>
          <p:cNvPr id="5" name="Footer Placeholder 4">
            <a:extLst>
              <a:ext uri="{FF2B5EF4-FFF2-40B4-BE49-F238E27FC236}">
                <a16:creationId xmlns:a16="http://schemas.microsoft.com/office/drawing/2014/main" id="{C1701E3C-5EEC-D13B-E7A6-2EBEBC41AE0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BDD2BDB-7727-9B82-D6C2-D80CBDFB269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0FBC1D7-BAEC-4A00-AB27-E8AA9E064719}" type="slidenum">
              <a:rPr lang="en-US" smtClean="0"/>
              <a:t>‹#›</a:t>
            </a:fld>
            <a:endParaRPr lang="en-US"/>
          </a:p>
        </p:txBody>
      </p:sp>
    </p:spTree>
    <p:extLst>
      <p:ext uri="{BB962C8B-B14F-4D97-AF65-F5344CB8AC3E}">
        <p14:creationId xmlns:p14="http://schemas.microsoft.com/office/powerpoint/2010/main" val="4094795840"/>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3896A03-3945-419A-B66B-4EE266EDD1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1"/>
            <a:ext cx="12191990" cy="3742599"/>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3E004C6-7948-11D0-6EDF-F46265BC8A8C}"/>
              </a:ext>
            </a:extLst>
          </p:cNvPr>
          <p:cNvSpPr>
            <a:spLocks noGrp="1"/>
          </p:cNvSpPr>
          <p:nvPr>
            <p:ph type="ctrTitle"/>
          </p:nvPr>
        </p:nvSpPr>
        <p:spPr>
          <a:xfrm>
            <a:off x="1155558" y="637763"/>
            <a:ext cx="9889797" cy="2874471"/>
          </a:xfrm>
        </p:spPr>
        <p:txBody>
          <a:bodyPr anchor="ctr">
            <a:normAutofit/>
          </a:bodyPr>
          <a:lstStyle/>
          <a:p>
            <a:pPr algn="l"/>
            <a:r>
              <a:rPr lang="en-US" sz="8000" b="1" dirty="0">
                <a:solidFill>
                  <a:schemeClr val="bg1"/>
                </a:solidFill>
              </a:rPr>
              <a:t>Project Checkpoint</a:t>
            </a:r>
            <a:endParaRPr lang="en-US" sz="8000" dirty="0">
              <a:solidFill>
                <a:schemeClr val="bg1"/>
              </a:solidFill>
            </a:endParaRPr>
          </a:p>
        </p:txBody>
      </p:sp>
      <p:sp>
        <p:nvSpPr>
          <p:cNvPr id="10" name="Rectangle 9">
            <a:extLst>
              <a:ext uri="{FF2B5EF4-FFF2-40B4-BE49-F238E27FC236}">
                <a16:creationId xmlns:a16="http://schemas.microsoft.com/office/drawing/2014/main" id="{B34F5AD2-EDBD-4BBD-A55C-EAFFD0C709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3742597"/>
            <a:ext cx="12191990" cy="311540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D5947380-319D-21FA-B1EE-32BA3B4F84F6}"/>
              </a:ext>
            </a:extLst>
          </p:cNvPr>
          <p:cNvSpPr>
            <a:spLocks noGrp="1"/>
          </p:cNvSpPr>
          <p:nvPr>
            <p:ph type="subTitle" idx="1"/>
          </p:nvPr>
        </p:nvSpPr>
        <p:spPr>
          <a:xfrm>
            <a:off x="1155558" y="4307684"/>
            <a:ext cx="9544153" cy="1906846"/>
          </a:xfrm>
        </p:spPr>
        <p:txBody>
          <a:bodyPr anchor="t">
            <a:normAutofit/>
          </a:bodyPr>
          <a:lstStyle/>
          <a:p>
            <a:pPr algn="l"/>
            <a:r>
              <a:rPr lang="en-US" sz="3200" dirty="0"/>
              <a:t>Jaydon Debus and Philipp </a:t>
            </a:r>
            <a:r>
              <a:rPr lang="en-US" sz="3200" dirty="0" err="1"/>
              <a:t>Kouterguine</a:t>
            </a:r>
            <a:endParaRPr lang="en-US" sz="3200" dirty="0"/>
          </a:p>
          <a:p>
            <a:pPr algn="l"/>
            <a:endParaRPr lang="en-US" sz="3200" dirty="0"/>
          </a:p>
        </p:txBody>
      </p:sp>
      <p:sp>
        <p:nvSpPr>
          <p:cNvPr id="12" name="Rectangle 11">
            <a:extLst>
              <a:ext uri="{FF2B5EF4-FFF2-40B4-BE49-F238E27FC236}">
                <a16:creationId xmlns:a16="http://schemas.microsoft.com/office/drawing/2014/main" id="{6832F003-FCA6-4CFB-A2EA-308F3AA257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61180" y="4101097"/>
            <a:ext cx="457200" cy="457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9789627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BBCB994-E07E-0FE2-04AE-CEC3747A5731}"/>
              </a:ext>
            </a:extLst>
          </p:cNvPr>
          <p:cNvSpPr>
            <a:spLocks noGrp="1"/>
          </p:cNvSpPr>
          <p:nvPr>
            <p:ph type="title"/>
          </p:nvPr>
        </p:nvSpPr>
        <p:spPr>
          <a:xfrm>
            <a:off x="1156851" y="637762"/>
            <a:ext cx="9888496" cy="900131"/>
          </a:xfrm>
        </p:spPr>
        <p:txBody>
          <a:bodyPr anchor="t">
            <a:normAutofit/>
          </a:bodyPr>
          <a:lstStyle/>
          <a:p>
            <a:r>
              <a:rPr lang="en-US" sz="4000" b="1">
                <a:solidFill>
                  <a:schemeClr val="bg1"/>
                </a:solidFill>
                <a:effectLst/>
              </a:rPr>
              <a:t>Dataset Acquisition &amp; Preprocessing</a:t>
            </a:r>
            <a:endParaRPr lang="en-US" sz="4000">
              <a:solidFill>
                <a:schemeClr val="bg1"/>
              </a:solidFill>
            </a:endParaRPr>
          </a:p>
        </p:txBody>
      </p:sp>
      <p:sp>
        <p:nvSpPr>
          <p:cNvPr id="10" name="Rectangle 9">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0C21D757-5517-1AEC-8A91-B14507821641}"/>
              </a:ext>
            </a:extLst>
          </p:cNvPr>
          <p:cNvSpPr>
            <a:spLocks noGrp="1"/>
          </p:cNvSpPr>
          <p:nvPr>
            <p:ph idx="1"/>
          </p:nvPr>
        </p:nvSpPr>
        <p:spPr>
          <a:xfrm>
            <a:off x="1155548" y="2217343"/>
            <a:ext cx="9880893" cy="3959619"/>
          </a:xfrm>
        </p:spPr>
        <p:txBody>
          <a:bodyPr>
            <a:normAutofit/>
          </a:bodyPr>
          <a:lstStyle/>
          <a:p>
            <a:r>
              <a:rPr lang="en-US" sz="1900">
                <a:effectLst/>
              </a:rPr>
              <a:t>We are utilizing the Amazon Reviews 2023 dataset, specifically the "Grocery and Gourmet Food" category, which contains approximately 14.3 million reviews. </a:t>
            </a:r>
          </a:p>
          <a:p>
            <a:r>
              <a:rPr lang="en-US" sz="1900">
                <a:effectLst/>
              </a:rPr>
              <a:t>To handle the scale of this data efficiently, we implemented a streaming data ingestion approach using the Hugging Face datasets library. This allows us to pull data directly into our Spark environment without requiring local storage for the raw 5.97 GB file.</a:t>
            </a:r>
          </a:p>
          <a:p>
            <a:r>
              <a:rPr lang="en-US" sz="1900">
                <a:effectLst/>
              </a:rPr>
              <a:t>The preprocessing pipeline has been fully implemented in PySpark and includes the following steps:</a:t>
            </a:r>
          </a:p>
          <a:p>
            <a:pPr lvl="1"/>
            <a:r>
              <a:rPr lang="en-US" sz="1900">
                <a:effectLst/>
              </a:rPr>
              <a:t>Filtering: Neutral reviews (3-star ratings) are removed to frame the problem as a clear binary classification task.</a:t>
            </a:r>
          </a:p>
          <a:p>
            <a:pPr lvl="1"/>
            <a:r>
              <a:rPr lang="en-US" sz="1900">
                <a:effectLst/>
              </a:rPr>
              <a:t>Label Creation: Star ratings of 4.0 and 5.0 are mapped to a positive sentiment label (1), while ratings of 1.0 and 2.0 are mapped to a negative sentiment label (0).</a:t>
            </a:r>
          </a:p>
          <a:p>
            <a:pPr lvl="1"/>
            <a:r>
              <a:rPr lang="en-US" sz="1900">
                <a:effectLst/>
              </a:rPr>
              <a:t>Text Cleaning: All review text is converted to lowercase and stripped of punctuation using regular expressions to prepare it for tokenization.</a:t>
            </a:r>
            <a:endParaRPr lang="en-US" sz="1900"/>
          </a:p>
        </p:txBody>
      </p:sp>
    </p:spTree>
    <p:extLst>
      <p:ext uri="{BB962C8B-B14F-4D97-AF65-F5344CB8AC3E}">
        <p14:creationId xmlns:p14="http://schemas.microsoft.com/office/powerpoint/2010/main" val="211721558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D7A4EC0-FFA2-799D-F713-DB261553C099}"/>
              </a:ext>
            </a:extLst>
          </p:cNvPr>
          <p:cNvSpPr>
            <a:spLocks noGrp="1"/>
          </p:cNvSpPr>
          <p:nvPr>
            <p:ph type="title"/>
          </p:nvPr>
        </p:nvSpPr>
        <p:spPr>
          <a:xfrm>
            <a:off x="1156851" y="637762"/>
            <a:ext cx="9888496" cy="900131"/>
          </a:xfrm>
        </p:spPr>
        <p:txBody>
          <a:bodyPr anchor="t">
            <a:normAutofit/>
          </a:bodyPr>
          <a:lstStyle/>
          <a:p>
            <a:r>
              <a:rPr lang="en-US" sz="2800" b="1">
                <a:solidFill>
                  <a:schemeClr val="bg1"/>
                </a:solidFill>
                <a:effectLst/>
              </a:rPr>
              <a:t>Cluster Setup &amp; Configuration</a:t>
            </a:r>
            <a:br>
              <a:rPr lang="en-US" sz="2800">
                <a:solidFill>
                  <a:schemeClr val="bg1"/>
                </a:solidFill>
                <a:effectLst/>
              </a:rPr>
            </a:br>
            <a:endParaRPr lang="en-US" sz="2800">
              <a:solidFill>
                <a:schemeClr val="bg1"/>
              </a:solidFill>
            </a:endParaRPr>
          </a:p>
        </p:txBody>
      </p:sp>
      <p:sp>
        <p:nvSpPr>
          <p:cNvPr id="10" name="Rectangle 9">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E0B4026-EE2A-AC15-844D-5E6A80793389}"/>
              </a:ext>
            </a:extLst>
          </p:cNvPr>
          <p:cNvSpPr>
            <a:spLocks noGrp="1"/>
          </p:cNvSpPr>
          <p:nvPr>
            <p:ph idx="1"/>
          </p:nvPr>
        </p:nvSpPr>
        <p:spPr>
          <a:xfrm>
            <a:off x="1155548" y="2217343"/>
            <a:ext cx="9880893" cy="3959619"/>
          </a:xfrm>
        </p:spPr>
        <p:txBody>
          <a:bodyPr>
            <a:normAutofit/>
          </a:bodyPr>
          <a:lstStyle/>
          <a:p>
            <a:r>
              <a:rPr lang="en-US" sz="1700">
                <a:effectLst/>
              </a:rPr>
              <a:t>The distributed computing environment has been successfully established on Google Cloud Platform (GCP). The system utilizes a Dataproc cluster configured specifically to handle the memory demands of the Spark ML pipeline.</a:t>
            </a:r>
          </a:p>
          <a:p>
            <a:r>
              <a:rPr lang="en-US" sz="1700">
                <a:effectLst/>
              </a:rPr>
              <a:t>The cluster specifications are as follows:</a:t>
            </a:r>
          </a:p>
          <a:p>
            <a:pPr lvl="1"/>
            <a:r>
              <a:rPr lang="en-US" sz="1700">
                <a:effectLst/>
              </a:rPr>
              <a:t>Framework: Managed Apache Spark via GCP Dataproc</a:t>
            </a:r>
          </a:p>
          <a:p>
            <a:pPr lvl="1"/>
            <a:r>
              <a:rPr lang="en-US" sz="1700">
                <a:effectLst/>
              </a:rPr>
              <a:t>Architecture: Single Node (Master acting as worker)</a:t>
            </a:r>
          </a:p>
          <a:p>
            <a:pPr lvl="1"/>
            <a:r>
              <a:rPr lang="en-US" sz="1700">
                <a:effectLst/>
              </a:rPr>
              <a:t>Machine Type: </a:t>
            </a:r>
            <a:r>
              <a:rPr lang="en-US" sz="1700" u="sng">
                <a:effectLst/>
              </a:rPr>
              <a:t>n1-standard-4</a:t>
            </a:r>
            <a:r>
              <a:rPr lang="en-US" sz="1700">
                <a:effectLst/>
              </a:rPr>
              <a:t> (4 vCPUs, 15 GB RAM)</a:t>
            </a:r>
          </a:p>
          <a:p>
            <a:pPr lvl="1"/>
            <a:r>
              <a:rPr lang="en-US" sz="1700">
                <a:effectLst/>
              </a:rPr>
              <a:t>Networking: Cloud NAT Gateway configured to allow external API access for data streaming.</a:t>
            </a:r>
          </a:p>
          <a:p>
            <a:pPr lvl="1"/>
            <a:r>
              <a:rPr lang="en-US" sz="1700">
                <a:effectLst/>
              </a:rPr>
              <a:t>Development Environment: JupyterLab accessed via Component Gateway.</a:t>
            </a:r>
          </a:p>
          <a:p>
            <a:r>
              <a:rPr lang="en-US" sz="1700">
                <a:effectLst/>
              </a:rPr>
              <a:t>This configuration successfully resolved initial JVM out-of-memory errors initially encountered during early testing. This current setup provides sufficient headroom for the TF-IDF feature extraction process.</a:t>
            </a:r>
            <a:endParaRPr lang="en-US" sz="1700"/>
          </a:p>
        </p:txBody>
      </p:sp>
    </p:spTree>
    <p:extLst>
      <p:ext uri="{BB962C8B-B14F-4D97-AF65-F5344CB8AC3E}">
        <p14:creationId xmlns:p14="http://schemas.microsoft.com/office/powerpoint/2010/main" val="311177944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E2930C7-1ECF-D75B-9AD2-E908E94FDBA5}"/>
              </a:ext>
            </a:extLst>
          </p:cNvPr>
          <p:cNvSpPr>
            <a:spLocks noGrp="1"/>
          </p:cNvSpPr>
          <p:nvPr>
            <p:ph type="title"/>
          </p:nvPr>
        </p:nvSpPr>
        <p:spPr>
          <a:xfrm>
            <a:off x="1156851" y="637762"/>
            <a:ext cx="9888496" cy="900131"/>
          </a:xfrm>
        </p:spPr>
        <p:txBody>
          <a:bodyPr anchor="t">
            <a:normAutofit/>
          </a:bodyPr>
          <a:lstStyle/>
          <a:p>
            <a:r>
              <a:rPr lang="en-US" sz="4000" b="1">
                <a:solidFill>
                  <a:schemeClr val="bg1"/>
                </a:solidFill>
              </a:rPr>
              <a:t>System Architecture</a:t>
            </a:r>
            <a:endParaRPr lang="en-US" sz="4000">
              <a:solidFill>
                <a:schemeClr val="bg1"/>
              </a:solidFill>
            </a:endParaRPr>
          </a:p>
        </p:txBody>
      </p:sp>
      <p:sp>
        <p:nvSpPr>
          <p:cNvPr id="13" name="Rectangle 12">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Content Placeholder 17">
            <a:extLst>
              <a:ext uri="{FF2B5EF4-FFF2-40B4-BE49-F238E27FC236}">
                <a16:creationId xmlns:a16="http://schemas.microsoft.com/office/drawing/2014/main" id="{F2E2D063-41D9-AF54-57B3-02563BE7118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81185" y="1145406"/>
            <a:ext cx="10053964" cy="5977289"/>
          </a:xfrm>
          <a:prstGeom prst="rect">
            <a:avLst/>
          </a:prstGeom>
        </p:spPr>
      </p:pic>
    </p:spTree>
    <p:extLst>
      <p:ext uri="{BB962C8B-B14F-4D97-AF65-F5344CB8AC3E}">
        <p14:creationId xmlns:p14="http://schemas.microsoft.com/office/powerpoint/2010/main" val="168945421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A84DE78-DDCD-1009-8A60-94DCBA1093C0}"/>
              </a:ext>
            </a:extLst>
          </p:cNvPr>
          <p:cNvSpPr>
            <a:spLocks noGrp="1"/>
          </p:cNvSpPr>
          <p:nvPr>
            <p:ph type="title"/>
          </p:nvPr>
        </p:nvSpPr>
        <p:spPr>
          <a:xfrm>
            <a:off x="1156851" y="637762"/>
            <a:ext cx="9888496" cy="900131"/>
          </a:xfrm>
        </p:spPr>
        <p:txBody>
          <a:bodyPr anchor="t">
            <a:normAutofit/>
          </a:bodyPr>
          <a:lstStyle/>
          <a:p>
            <a:r>
              <a:rPr lang="en-US" sz="4000" b="1">
                <a:solidFill>
                  <a:schemeClr val="bg1"/>
                </a:solidFill>
                <a:effectLst/>
              </a:rPr>
              <a:t>Preliminary Implementation &amp; Results</a:t>
            </a:r>
            <a:endParaRPr lang="en-US" sz="4000">
              <a:solidFill>
                <a:schemeClr val="bg1"/>
              </a:solidFill>
            </a:endParaRPr>
          </a:p>
        </p:txBody>
      </p:sp>
      <p:sp>
        <p:nvSpPr>
          <p:cNvPr id="10" name="Rectangle 9">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0FE80B1D-93BB-8828-8BC6-0A5B044A6633}"/>
              </a:ext>
            </a:extLst>
          </p:cNvPr>
          <p:cNvSpPr>
            <a:spLocks noGrp="1"/>
          </p:cNvSpPr>
          <p:nvPr>
            <p:ph idx="1"/>
          </p:nvPr>
        </p:nvSpPr>
        <p:spPr>
          <a:xfrm>
            <a:off x="1155548" y="2217343"/>
            <a:ext cx="9880893" cy="3959619"/>
          </a:xfrm>
        </p:spPr>
        <p:txBody>
          <a:bodyPr>
            <a:normAutofit/>
          </a:bodyPr>
          <a:lstStyle/>
          <a:p>
            <a:r>
              <a:rPr lang="en-US" sz="2000">
                <a:effectLst/>
              </a:rPr>
              <a:t>The full machine learning pipeline has been implemented and successfully executed end-to-end on subsets of the data. The pipeline splits the preprocessed data into an 80% training set and a 20% testing set.</a:t>
            </a:r>
          </a:p>
          <a:p>
            <a:r>
              <a:rPr lang="en-US" sz="2000">
                <a:effectLst/>
              </a:rPr>
              <a:t>Preliminary experiments have yielded strong initial results. On a test run utilizing 250,000 reviews, the model achieved the following performance metrics:</a:t>
            </a:r>
          </a:p>
          <a:p>
            <a:pPr lvl="1"/>
            <a:r>
              <a:rPr lang="en-US" sz="2000">
                <a:effectLst/>
              </a:rPr>
              <a:t>Test Accuracy: 92.82%</a:t>
            </a:r>
          </a:p>
          <a:p>
            <a:pPr lvl="1"/>
            <a:r>
              <a:rPr lang="en-US" sz="2000">
                <a:effectLst/>
              </a:rPr>
              <a:t>Test F1-Score: 92.04%</a:t>
            </a:r>
          </a:p>
          <a:p>
            <a:r>
              <a:rPr lang="en-US" sz="2000">
                <a:effectLst/>
              </a:rPr>
              <a:t>These metrics indicate that the TF-IDF and Logistic Regression approach is highly effective for this specific NLP task. Furthermore, the high F1-score confirms that the model is performing well across both positive and negative classes, rather than simply defaulting to the majority class.</a:t>
            </a:r>
            <a:endParaRPr lang="en-US" sz="2000"/>
          </a:p>
        </p:txBody>
      </p:sp>
    </p:spTree>
    <p:extLst>
      <p:ext uri="{BB962C8B-B14F-4D97-AF65-F5344CB8AC3E}">
        <p14:creationId xmlns:p14="http://schemas.microsoft.com/office/powerpoint/2010/main" val="373363088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391AC83-F6FD-B4F3-0F21-1F467306B90D}"/>
              </a:ext>
            </a:extLst>
          </p:cNvPr>
          <p:cNvSpPr>
            <a:spLocks noGrp="1"/>
          </p:cNvSpPr>
          <p:nvPr>
            <p:ph type="title"/>
          </p:nvPr>
        </p:nvSpPr>
        <p:spPr>
          <a:xfrm>
            <a:off x="1156851" y="637762"/>
            <a:ext cx="9888496" cy="900131"/>
          </a:xfrm>
        </p:spPr>
        <p:txBody>
          <a:bodyPr anchor="t">
            <a:normAutofit/>
          </a:bodyPr>
          <a:lstStyle/>
          <a:p>
            <a:r>
              <a:rPr lang="en-US" sz="4000" b="1">
                <a:solidFill>
                  <a:schemeClr val="bg1"/>
                </a:solidFill>
              </a:rPr>
              <a:t>Next Steps</a:t>
            </a:r>
            <a:endParaRPr lang="en-US" sz="4000">
              <a:solidFill>
                <a:schemeClr val="bg1"/>
              </a:solidFill>
            </a:endParaRPr>
          </a:p>
        </p:txBody>
      </p:sp>
      <p:sp>
        <p:nvSpPr>
          <p:cNvPr id="10" name="Rectangle 9">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307F7D9-EEB0-A48E-4E52-D91A51806EEF}"/>
              </a:ext>
            </a:extLst>
          </p:cNvPr>
          <p:cNvSpPr>
            <a:spLocks noGrp="1"/>
          </p:cNvSpPr>
          <p:nvPr>
            <p:ph idx="1"/>
          </p:nvPr>
        </p:nvSpPr>
        <p:spPr>
          <a:xfrm>
            <a:off x="1155548" y="2217343"/>
            <a:ext cx="9880893" cy="3959619"/>
          </a:xfrm>
        </p:spPr>
        <p:txBody>
          <a:bodyPr>
            <a:normAutofit/>
          </a:bodyPr>
          <a:lstStyle/>
          <a:p>
            <a:pPr lvl="0"/>
            <a:r>
              <a:rPr lang="en-US" sz="2400" dirty="0"/>
              <a:t>Scalability Analysis: Completing runtime measurements across increasing dataset sizes (up to 500,000+ rows) to generate the required scalability visualizations.</a:t>
            </a:r>
          </a:p>
          <a:p>
            <a:pPr lvl="0"/>
            <a:r>
              <a:rPr lang="en-US" sz="2400" dirty="0"/>
              <a:t>Interactive Demonstration: We have started to </a:t>
            </a:r>
            <a:r>
              <a:rPr lang="en-US" sz="2400"/>
              <a:t>create a </a:t>
            </a:r>
            <a:r>
              <a:rPr lang="en-US" sz="2400" dirty="0"/>
              <a:t>real-time prediction function that allows users to input custom review text and receive instant sentiment classification.</a:t>
            </a:r>
          </a:p>
          <a:p>
            <a:pPr lvl="0"/>
            <a:r>
              <a:rPr lang="en-US" sz="2400" dirty="0"/>
              <a:t>Literature Review: Synthesizing related academic work to frame the final technical report.</a:t>
            </a:r>
          </a:p>
          <a:p>
            <a:endParaRPr lang="en-US" sz="2400" dirty="0"/>
          </a:p>
        </p:txBody>
      </p:sp>
    </p:spTree>
    <p:extLst>
      <p:ext uri="{BB962C8B-B14F-4D97-AF65-F5344CB8AC3E}">
        <p14:creationId xmlns:p14="http://schemas.microsoft.com/office/powerpoint/2010/main" val="7424261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AD9597E7-7EE5-48ED-901F-396CB4464285}">
  <we:reference id="wa200010001" version="1.0.0.1" store="en-US" storeType="OMEX"/>
  <we:alternateReferences>
    <we:reference id="wa200010001" version="1.0.0.1" store="en-US" storeType="OMEX"/>
  </we:alternateReferences>
  <we:properties>
    <we:property name="claude.fileId" value="&quot;63a3514f-de96-438d-bd92-5eeb64d058bb&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
  <TotalTime>52</TotalTime>
  <Words>493</Words>
  <Application>Microsoft Office PowerPoint</Application>
  <PresentationFormat>Widescreen</PresentationFormat>
  <Paragraphs>29</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Aptos</vt:lpstr>
      <vt:lpstr>Aptos Display</vt:lpstr>
      <vt:lpstr>Arial</vt:lpstr>
      <vt:lpstr>Office Theme</vt:lpstr>
      <vt:lpstr>Project Checkpoint</vt:lpstr>
      <vt:lpstr>Dataset Acquisition &amp; Preprocessing</vt:lpstr>
      <vt:lpstr>Cluster Setup &amp; Configuration </vt:lpstr>
      <vt:lpstr>System Architecture</vt:lpstr>
      <vt:lpstr>Preliminary Implementation &amp; Results</vt:lpstr>
      <vt:lpstr>Next Steps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Jaydon Debus</dc:creator>
  <cp:lastModifiedBy>Jaydon Debus</cp:lastModifiedBy>
  <cp:revision>1</cp:revision>
  <dcterms:created xsi:type="dcterms:W3CDTF">2026-04-03T18:58:32Z</dcterms:created>
  <dcterms:modified xsi:type="dcterms:W3CDTF">2026-04-08T20:45:32Z</dcterms:modified>
</cp:coreProperties>
</file>