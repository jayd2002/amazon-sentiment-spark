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Lst>
  <p:sldIdLst>
    <p:sldId id="256" r:id="rId2"/>
    <p:sldId id="267" r:id="rId3"/>
    <p:sldId id="262" r:id="rId4"/>
    <p:sldId id="263" r:id="rId5"/>
    <p:sldId id="259" r:id="rId6"/>
    <p:sldId id="264" r:id="rId7"/>
    <p:sldId id="265" r:id="rId8"/>
    <p:sldId id="266" r:id="rId9"/>
    <p:sldId id="261"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0070AF-D758-4BB8-8458-A123046B1C43}" v="4" dt="2026-04-08T20:45:28.806"/>
    <p1510:client id="{BB2378FE-6DE2-47BC-A284-73D2A4BF94BE}" v="447" dt="2026-04-09T15:46:16.12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6/11/relationships/changesInfo" Target="changesInfos/changesInfo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ydon Debus" userId="e0481a4c7914b810" providerId="LiveId" clId="{26B1F2E3-9A8A-4F47-9D1F-98E1BE9C259B}"/>
    <pc:docChg chg="undo custSel addSld delSld modSld sldOrd">
      <pc:chgData name="Jaydon Debus" userId="e0481a4c7914b810" providerId="LiveId" clId="{26B1F2E3-9A8A-4F47-9D1F-98E1BE9C259B}" dt="2026-04-09T16:02:27.357" v="636" actId="113"/>
      <pc:docMkLst>
        <pc:docMk/>
      </pc:docMkLst>
      <pc:sldChg chg="modSp mod">
        <pc:chgData name="Jaydon Debus" userId="e0481a4c7914b810" providerId="LiveId" clId="{26B1F2E3-9A8A-4F47-9D1F-98E1BE9C259B}" dt="2026-04-07T20:05:47.305" v="30"/>
        <pc:sldMkLst>
          <pc:docMk/>
          <pc:sldMk cId="497896275" sldId="256"/>
        </pc:sldMkLst>
        <pc:spChg chg="mod">
          <ac:chgData name="Jaydon Debus" userId="e0481a4c7914b810" providerId="LiveId" clId="{26B1F2E3-9A8A-4F47-9D1F-98E1BE9C259B}" dt="2026-04-07T20:05:47.305" v="30"/>
          <ac:spMkLst>
            <pc:docMk/>
            <pc:sldMk cId="497896275" sldId="256"/>
            <ac:spMk id="3" creationId="{D5947380-319D-21FA-B1EE-32BA3B4F84F6}"/>
          </ac:spMkLst>
        </pc:spChg>
      </pc:sldChg>
      <pc:sldChg chg="modSp mod">
        <pc:chgData name="Jaydon Debus" userId="e0481a4c7914b810" providerId="LiveId" clId="{26B1F2E3-9A8A-4F47-9D1F-98E1BE9C259B}" dt="2026-04-09T15:29:33.374" v="452" actId="404"/>
        <pc:sldMkLst>
          <pc:docMk/>
          <pc:sldMk cId="74242616" sldId="261"/>
        </pc:sldMkLst>
        <pc:spChg chg="mod">
          <ac:chgData name="Jaydon Debus" userId="e0481a4c7914b810" providerId="LiveId" clId="{26B1F2E3-9A8A-4F47-9D1F-98E1BE9C259B}" dt="2026-04-09T15:29:33.374" v="452" actId="404"/>
          <ac:spMkLst>
            <pc:docMk/>
            <pc:sldMk cId="74242616" sldId="261"/>
            <ac:spMk id="3" creationId="{F307F7D9-EEB0-A48E-4E52-D91A51806EEF}"/>
          </ac:spMkLst>
        </pc:spChg>
      </pc:sldChg>
      <pc:sldChg chg="modSp mod">
        <pc:chgData name="Jaydon Debus" userId="e0481a4c7914b810" providerId="LiveId" clId="{26B1F2E3-9A8A-4F47-9D1F-98E1BE9C259B}" dt="2026-04-09T15:59:25.795" v="599" actId="20577"/>
        <pc:sldMkLst>
          <pc:docMk/>
          <pc:sldMk cId="2117215585" sldId="262"/>
        </pc:sldMkLst>
        <pc:spChg chg="mod">
          <ac:chgData name="Jaydon Debus" userId="e0481a4c7914b810" providerId="LiveId" clId="{26B1F2E3-9A8A-4F47-9D1F-98E1BE9C259B}" dt="2026-04-09T15:59:25.795" v="599" actId="20577"/>
          <ac:spMkLst>
            <pc:docMk/>
            <pc:sldMk cId="2117215585" sldId="262"/>
            <ac:spMk id="3" creationId="{0C21D757-5517-1AEC-8A91-B14507821641}"/>
          </ac:spMkLst>
        </pc:spChg>
      </pc:sldChg>
      <pc:sldChg chg="modSp mod">
        <pc:chgData name="Jaydon Debus" userId="e0481a4c7914b810" providerId="LiveId" clId="{26B1F2E3-9A8A-4F47-9D1F-98E1BE9C259B}" dt="2026-04-09T16:02:27.357" v="636" actId="113"/>
        <pc:sldMkLst>
          <pc:docMk/>
          <pc:sldMk cId="3111779442" sldId="263"/>
        </pc:sldMkLst>
        <pc:spChg chg="mod">
          <ac:chgData name="Jaydon Debus" userId="e0481a4c7914b810" providerId="LiveId" clId="{26B1F2E3-9A8A-4F47-9D1F-98E1BE9C259B}" dt="2026-04-09T15:25:20.122" v="439" actId="20577"/>
          <ac:spMkLst>
            <pc:docMk/>
            <pc:sldMk cId="3111779442" sldId="263"/>
            <ac:spMk id="2" creationId="{DD7A4EC0-FFA2-799D-F713-DB261553C099}"/>
          </ac:spMkLst>
        </pc:spChg>
        <pc:spChg chg="mod">
          <ac:chgData name="Jaydon Debus" userId="e0481a4c7914b810" providerId="LiveId" clId="{26B1F2E3-9A8A-4F47-9D1F-98E1BE9C259B}" dt="2026-04-09T16:02:27.357" v="636" actId="113"/>
          <ac:spMkLst>
            <pc:docMk/>
            <pc:sldMk cId="3111779442" sldId="263"/>
            <ac:spMk id="3" creationId="{DE0B4026-EE2A-AC15-844D-5E6A80793389}"/>
          </ac:spMkLst>
        </pc:spChg>
      </pc:sldChg>
      <pc:sldChg chg="addSp delSp modSp mod">
        <pc:chgData name="Jaydon Debus" userId="e0481a4c7914b810" providerId="LiveId" clId="{26B1F2E3-9A8A-4F47-9D1F-98E1BE9C259B}" dt="2026-04-09T15:23:01.113" v="286" actId="15"/>
        <pc:sldMkLst>
          <pc:docMk/>
          <pc:sldMk cId="3733630885" sldId="264"/>
        </pc:sldMkLst>
        <pc:spChg chg="mod">
          <ac:chgData name="Jaydon Debus" userId="e0481a4c7914b810" providerId="LiveId" clId="{26B1F2E3-9A8A-4F47-9D1F-98E1BE9C259B}" dt="2026-04-09T14:57:25.580" v="64" actId="26606"/>
          <ac:spMkLst>
            <pc:docMk/>
            <pc:sldMk cId="3733630885" sldId="264"/>
            <ac:spMk id="2" creationId="{8A84DE78-DDCD-1009-8A60-94DCBA1093C0}"/>
          </ac:spMkLst>
        </pc:spChg>
        <pc:spChg chg="mod ord">
          <ac:chgData name="Jaydon Debus" userId="e0481a4c7914b810" providerId="LiveId" clId="{26B1F2E3-9A8A-4F47-9D1F-98E1BE9C259B}" dt="2026-04-09T15:23:01.113" v="286" actId="15"/>
          <ac:spMkLst>
            <pc:docMk/>
            <pc:sldMk cId="3733630885" sldId="264"/>
            <ac:spMk id="3" creationId="{0FE80B1D-93BB-8828-8BC6-0A5B044A6633}"/>
          </ac:spMkLst>
        </pc:spChg>
        <pc:spChg chg="add del">
          <ac:chgData name="Jaydon Debus" userId="e0481a4c7914b810" providerId="LiveId" clId="{26B1F2E3-9A8A-4F47-9D1F-98E1BE9C259B}" dt="2026-04-09T14:57:25.580" v="64" actId="26606"/>
          <ac:spMkLst>
            <pc:docMk/>
            <pc:sldMk cId="3733630885" sldId="264"/>
            <ac:spMk id="8" creationId="{70DFC902-7D23-471A-B557-B6B6917D7A0D}"/>
          </ac:spMkLst>
        </pc:spChg>
        <pc:spChg chg="add del">
          <ac:chgData name="Jaydon Debus" userId="e0481a4c7914b810" providerId="LiveId" clId="{26B1F2E3-9A8A-4F47-9D1F-98E1BE9C259B}" dt="2026-04-09T14:57:25.580" v="64" actId="26606"/>
          <ac:spMkLst>
            <pc:docMk/>
            <pc:sldMk cId="3733630885" sldId="264"/>
            <ac:spMk id="10" creationId="{A55D5633-D557-4DCA-982C-FF36EB7A1C00}"/>
          </ac:spMkLst>
        </pc:spChg>
        <pc:spChg chg="add del">
          <ac:chgData name="Jaydon Debus" userId="e0481a4c7914b810" providerId="LiveId" clId="{26B1F2E3-9A8A-4F47-9D1F-98E1BE9C259B}" dt="2026-04-09T14:57:25.580" v="64" actId="26606"/>
          <ac:spMkLst>
            <pc:docMk/>
            <pc:sldMk cId="3733630885" sldId="264"/>
            <ac:spMk id="12" creationId="{450D3AD2-FA80-415F-A9CE-54D884561CD7}"/>
          </ac:spMkLst>
        </pc:spChg>
        <pc:spChg chg="add del">
          <ac:chgData name="Jaydon Debus" userId="e0481a4c7914b810" providerId="LiveId" clId="{26B1F2E3-9A8A-4F47-9D1F-98E1BE9C259B}" dt="2026-04-09T14:57:25.580" v="64" actId="26606"/>
          <ac:spMkLst>
            <pc:docMk/>
            <pc:sldMk cId="3733630885" sldId="264"/>
            <ac:spMk id="17" creationId="{D7A453D2-15D8-4403-815F-291FA16340D9}"/>
          </ac:spMkLst>
        </pc:spChg>
        <pc:spChg chg="add del">
          <ac:chgData name="Jaydon Debus" userId="e0481a4c7914b810" providerId="LiveId" clId="{26B1F2E3-9A8A-4F47-9D1F-98E1BE9C259B}" dt="2026-04-09T14:57:25.580" v="64" actId="26606"/>
          <ac:spMkLst>
            <pc:docMk/>
            <pc:sldMk cId="3733630885" sldId="264"/>
            <ac:spMk id="19" creationId="{8161EA6B-09CA-445B-AB0D-8DF76FA92DEF}"/>
          </ac:spMkLst>
        </pc:spChg>
        <pc:spChg chg="add del">
          <ac:chgData name="Jaydon Debus" userId="e0481a4c7914b810" providerId="LiveId" clId="{26B1F2E3-9A8A-4F47-9D1F-98E1BE9C259B}" dt="2026-04-09T14:57:25.580" v="64" actId="26606"/>
          <ac:spMkLst>
            <pc:docMk/>
            <pc:sldMk cId="3733630885" sldId="264"/>
            <ac:spMk id="29" creationId="{B8114C98-A349-4111-A123-E8EAB86ABE30}"/>
          </ac:spMkLst>
        </pc:spChg>
        <pc:spChg chg="add del">
          <ac:chgData name="Jaydon Debus" userId="e0481a4c7914b810" providerId="LiveId" clId="{26B1F2E3-9A8A-4F47-9D1F-98E1BE9C259B}" dt="2026-04-09T14:57:25.580" v="64" actId="26606"/>
          <ac:spMkLst>
            <pc:docMk/>
            <pc:sldMk cId="3733630885" sldId="264"/>
            <ac:spMk id="37" creationId="{E2D3D3F2-ABBB-4453-B1C5-1BEBF7E4DD56}"/>
          </ac:spMkLst>
        </pc:spChg>
        <pc:spChg chg="add del">
          <ac:chgData name="Jaydon Debus" userId="e0481a4c7914b810" providerId="LiveId" clId="{26B1F2E3-9A8A-4F47-9D1F-98E1BE9C259B}" dt="2026-04-09T14:57:25.580" v="64" actId="26606"/>
          <ac:spMkLst>
            <pc:docMk/>
            <pc:sldMk cId="3733630885" sldId="264"/>
            <ac:spMk id="51" creationId="{773AEA78-C03B-40B7-9D11-DC022119D577}"/>
          </ac:spMkLst>
        </pc:spChg>
        <pc:picChg chg="add del mod">
          <ac:chgData name="Jaydon Debus" userId="e0481a4c7914b810" providerId="LiveId" clId="{26B1F2E3-9A8A-4F47-9D1F-98E1BE9C259B}" dt="2026-04-09T14:57:38.927" v="66" actId="21"/>
          <ac:picMkLst>
            <pc:docMk/>
            <pc:sldMk cId="3733630885" sldId="264"/>
            <ac:picMk id="5" creationId="{4237CADB-6835-093B-09F1-7852548A3CBF}"/>
          </ac:picMkLst>
        </pc:picChg>
      </pc:sldChg>
      <pc:sldChg chg="addSp delSp modSp add mod">
        <pc:chgData name="Jaydon Debus" userId="e0481a4c7914b810" providerId="LiveId" clId="{26B1F2E3-9A8A-4F47-9D1F-98E1BE9C259B}" dt="2026-04-09T14:58:27.021" v="82" actId="1076"/>
        <pc:sldMkLst>
          <pc:docMk/>
          <pc:sldMk cId="1041060267" sldId="265"/>
        </pc:sldMkLst>
        <pc:spChg chg="del mod">
          <ac:chgData name="Jaydon Debus" userId="e0481a4c7914b810" providerId="LiveId" clId="{26B1F2E3-9A8A-4F47-9D1F-98E1BE9C259B}" dt="2026-04-09T14:57:59.875" v="73"/>
          <ac:spMkLst>
            <pc:docMk/>
            <pc:sldMk cId="1041060267" sldId="265"/>
            <ac:spMk id="3" creationId="{BFC832DF-0BE6-7330-F821-17F9EAD2AEF8}"/>
          </ac:spMkLst>
        </pc:spChg>
        <pc:picChg chg="add mod">
          <ac:chgData name="Jaydon Debus" userId="e0481a4c7914b810" providerId="LiveId" clId="{26B1F2E3-9A8A-4F47-9D1F-98E1BE9C259B}" dt="2026-04-09T14:58:27.021" v="82" actId="1076"/>
          <ac:picMkLst>
            <pc:docMk/>
            <pc:sldMk cId="1041060267" sldId="265"/>
            <ac:picMk id="4" creationId="{4E01E423-710E-0F8A-050E-A80D965FC786}"/>
          </ac:picMkLst>
        </pc:picChg>
      </pc:sldChg>
      <pc:sldChg chg="addSp delSp modSp new del mod">
        <pc:chgData name="Jaydon Debus" userId="e0481a4c7914b810" providerId="LiveId" clId="{26B1F2E3-9A8A-4F47-9D1F-98E1BE9C259B}" dt="2026-04-09T14:57:13.990" v="60" actId="2696"/>
        <pc:sldMkLst>
          <pc:docMk/>
          <pc:sldMk cId="1409381624" sldId="265"/>
        </pc:sldMkLst>
        <pc:spChg chg="add del">
          <ac:chgData name="Jaydon Debus" userId="e0481a4c7914b810" providerId="LiveId" clId="{26B1F2E3-9A8A-4F47-9D1F-98E1BE9C259B}" dt="2026-04-09T14:56:14.297" v="54"/>
          <ac:spMkLst>
            <pc:docMk/>
            <pc:sldMk cId="1409381624" sldId="265"/>
            <ac:spMk id="3" creationId="{D6EB8A62-B684-D090-E69B-CE8826D0D684}"/>
          </ac:spMkLst>
        </pc:spChg>
        <pc:spChg chg="add mod">
          <ac:chgData name="Jaydon Debus" userId="e0481a4c7914b810" providerId="LiveId" clId="{26B1F2E3-9A8A-4F47-9D1F-98E1BE9C259B}" dt="2026-04-09T14:56:11.067" v="53"/>
          <ac:spMkLst>
            <pc:docMk/>
            <pc:sldMk cId="1409381624" sldId="265"/>
            <ac:spMk id="4" creationId="{E5C12BE2-17AE-9354-272B-F9CFD21C7216}"/>
          </ac:spMkLst>
        </pc:spChg>
        <pc:spChg chg="add del mod">
          <ac:chgData name="Jaydon Debus" userId="e0481a4c7914b810" providerId="LiveId" clId="{26B1F2E3-9A8A-4F47-9D1F-98E1BE9C259B}" dt="2026-04-09T14:56:15.435" v="55" actId="21"/>
          <ac:spMkLst>
            <pc:docMk/>
            <pc:sldMk cId="1409381624" sldId="265"/>
            <ac:spMk id="5" creationId="{B58DA33E-E9B8-7806-3108-E71751218FED}"/>
          </ac:spMkLst>
        </pc:spChg>
        <pc:spChg chg="add del mod">
          <ac:chgData name="Jaydon Debus" userId="e0481a4c7914b810" providerId="LiveId" clId="{26B1F2E3-9A8A-4F47-9D1F-98E1BE9C259B}" dt="2026-04-09T14:56:26.843" v="59" actId="22"/>
          <ac:spMkLst>
            <pc:docMk/>
            <pc:sldMk cId="1409381624" sldId="265"/>
            <ac:spMk id="6" creationId="{9C2DA4CA-CB9D-A1E1-DC16-315CAE70D787}"/>
          </ac:spMkLst>
        </pc:spChg>
        <pc:picChg chg="add del mod ord">
          <ac:chgData name="Jaydon Debus" userId="e0481a4c7914b810" providerId="LiveId" clId="{26B1F2E3-9A8A-4F47-9D1F-98E1BE9C259B}" dt="2026-04-09T14:56:26.843" v="59" actId="22"/>
          <ac:picMkLst>
            <pc:docMk/>
            <pc:sldMk cId="1409381624" sldId="265"/>
            <ac:picMk id="8" creationId="{49FAC38C-664C-A3F4-5D7A-244039601411}"/>
          </ac:picMkLst>
        </pc:picChg>
      </pc:sldChg>
      <pc:sldChg chg="addSp delSp modSp new del">
        <pc:chgData name="Jaydon Debus" userId="e0481a4c7914b810" providerId="LiveId" clId="{26B1F2E3-9A8A-4F47-9D1F-98E1BE9C259B}" dt="2026-04-09T14:57:54.091" v="70" actId="680"/>
        <pc:sldMkLst>
          <pc:docMk/>
          <pc:sldMk cId="3560473605" sldId="265"/>
        </pc:sldMkLst>
        <pc:spChg chg="add del">
          <ac:chgData name="Jaydon Debus" userId="e0481a4c7914b810" providerId="LiveId" clId="{26B1F2E3-9A8A-4F47-9D1F-98E1BE9C259B}" dt="2026-04-09T14:57:53.529" v="69"/>
          <ac:spMkLst>
            <pc:docMk/>
            <pc:sldMk cId="3560473605" sldId="265"/>
            <ac:spMk id="3" creationId="{472F8A48-F507-5B2E-9B4E-8DE54AFFE173}"/>
          </ac:spMkLst>
        </pc:spChg>
        <pc:picChg chg="add mod">
          <ac:chgData name="Jaydon Debus" userId="e0481a4c7914b810" providerId="LiveId" clId="{26B1F2E3-9A8A-4F47-9D1F-98E1BE9C259B}" dt="2026-04-09T14:57:53.529" v="69"/>
          <ac:picMkLst>
            <pc:docMk/>
            <pc:sldMk cId="3560473605" sldId="265"/>
            <ac:picMk id="5" creationId="{4237CADB-6835-093B-09F1-7852548A3CBF}"/>
          </ac:picMkLst>
        </pc:picChg>
      </pc:sldChg>
      <pc:sldChg chg="addSp delSp modSp add mod">
        <pc:chgData name="Jaydon Debus" userId="e0481a4c7914b810" providerId="LiveId" clId="{26B1F2E3-9A8A-4F47-9D1F-98E1BE9C259B}" dt="2026-04-09T15:03:16.352" v="110" actId="1076"/>
        <pc:sldMkLst>
          <pc:docMk/>
          <pc:sldMk cId="4094713315" sldId="266"/>
        </pc:sldMkLst>
        <pc:spChg chg="add del mod">
          <ac:chgData name="Jaydon Debus" userId="e0481a4c7914b810" providerId="LiveId" clId="{26B1F2E3-9A8A-4F47-9D1F-98E1BE9C259B}" dt="2026-04-09T15:00:17.513" v="86" actId="478"/>
          <ac:spMkLst>
            <pc:docMk/>
            <pc:sldMk cId="4094713315" sldId="266"/>
            <ac:spMk id="7" creationId="{CED4D56A-9D0B-D371-58DB-0F4FBB5E0424}"/>
          </ac:spMkLst>
        </pc:spChg>
        <pc:spChg chg="add del mod">
          <ac:chgData name="Jaydon Debus" userId="e0481a4c7914b810" providerId="LiveId" clId="{26B1F2E3-9A8A-4F47-9D1F-98E1BE9C259B}" dt="2026-04-09T15:00:22.939" v="88" actId="478"/>
          <ac:spMkLst>
            <pc:docMk/>
            <pc:sldMk cId="4094713315" sldId="266"/>
            <ac:spMk id="11" creationId="{C17E2BC5-A3B3-CC80-9551-2F1E847135E8}"/>
          </ac:spMkLst>
        </pc:spChg>
        <pc:spChg chg="add del mod">
          <ac:chgData name="Jaydon Debus" userId="e0481a4c7914b810" providerId="LiveId" clId="{26B1F2E3-9A8A-4F47-9D1F-98E1BE9C259B}" dt="2026-04-09T15:00:26.374" v="91" actId="22"/>
          <ac:spMkLst>
            <pc:docMk/>
            <pc:sldMk cId="4094713315" sldId="266"/>
            <ac:spMk id="14" creationId="{CA6AE75E-DF2E-8483-7626-4B13E01B52FB}"/>
          </ac:spMkLst>
        </pc:spChg>
        <pc:picChg chg="add del">
          <ac:chgData name="Jaydon Debus" userId="e0481a4c7914b810" providerId="LiveId" clId="{26B1F2E3-9A8A-4F47-9D1F-98E1BE9C259B}" dt="2026-04-09T15:00:24.744" v="90" actId="478"/>
          <ac:picMkLst>
            <pc:docMk/>
            <pc:sldMk cId="4094713315" sldId="266"/>
            <ac:picMk id="4" creationId="{276926FC-8E7C-D6B3-F322-A6B2652DAC58}"/>
          </ac:picMkLst>
        </pc:picChg>
        <pc:picChg chg="add del">
          <ac:chgData name="Jaydon Debus" userId="e0481a4c7914b810" providerId="LiveId" clId="{26B1F2E3-9A8A-4F47-9D1F-98E1BE9C259B}" dt="2026-04-09T15:00:23.223" v="89" actId="22"/>
          <ac:picMkLst>
            <pc:docMk/>
            <pc:sldMk cId="4094713315" sldId="266"/>
            <ac:picMk id="5" creationId="{4AE5F782-0620-B5FD-F031-36018EA913F9}"/>
          </ac:picMkLst>
        </pc:picChg>
        <pc:picChg chg="add mod ord">
          <ac:chgData name="Jaydon Debus" userId="e0481a4c7914b810" providerId="LiveId" clId="{26B1F2E3-9A8A-4F47-9D1F-98E1BE9C259B}" dt="2026-04-09T15:01:31.278" v="104" actId="1076"/>
          <ac:picMkLst>
            <pc:docMk/>
            <pc:sldMk cId="4094713315" sldId="266"/>
            <ac:picMk id="16" creationId="{BBB0B1BE-52B0-5872-7F13-F5C8A904CAE8}"/>
          </ac:picMkLst>
        </pc:picChg>
        <pc:picChg chg="add mod">
          <ac:chgData name="Jaydon Debus" userId="e0481a4c7914b810" providerId="LiveId" clId="{26B1F2E3-9A8A-4F47-9D1F-98E1BE9C259B}" dt="2026-04-09T15:03:16.352" v="110" actId="1076"/>
          <ac:picMkLst>
            <pc:docMk/>
            <pc:sldMk cId="4094713315" sldId="266"/>
            <ac:picMk id="18" creationId="{3877093F-78C7-789A-0FDF-78F41AE89A2A}"/>
          </ac:picMkLst>
        </pc:picChg>
        <pc:picChg chg="add mod">
          <ac:chgData name="Jaydon Debus" userId="e0481a4c7914b810" providerId="LiveId" clId="{26B1F2E3-9A8A-4F47-9D1F-98E1BE9C259B}" dt="2026-04-09T15:03:13.453" v="109" actId="1076"/>
          <ac:picMkLst>
            <pc:docMk/>
            <pc:sldMk cId="4094713315" sldId="266"/>
            <ac:picMk id="20" creationId="{3B64E4FC-62C3-569E-B764-EA2FF02C0AAD}"/>
          </ac:picMkLst>
        </pc:picChg>
      </pc:sldChg>
      <pc:sldChg chg="new del">
        <pc:chgData name="Jaydon Debus" userId="e0481a4c7914b810" providerId="LiveId" clId="{26B1F2E3-9A8A-4F47-9D1F-98E1BE9C259B}" dt="2026-04-09T15:17:05.221" v="112" actId="680"/>
        <pc:sldMkLst>
          <pc:docMk/>
          <pc:sldMk cId="1800287552" sldId="267"/>
        </pc:sldMkLst>
      </pc:sldChg>
      <pc:sldChg chg="modSp add mod ord">
        <pc:chgData name="Jaydon Debus" userId="e0481a4c7914b810" providerId="LiveId" clId="{26B1F2E3-9A8A-4F47-9D1F-98E1BE9C259B}" dt="2026-04-09T15:46:16.128" v="550" actId="20577"/>
        <pc:sldMkLst>
          <pc:docMk/>
          <pc:sldMk cId="4270197171" sldId="267"/>
        </pc:sldMkLst>
        <pc:spChg chg="mod">
          <ac:chgData name="Jaydon Debus" userId="e0481a4c7914b810" providerId="LiveId" clId="{26B1F2E3-9A8A-4F47-9D1F-98E1BE9C259B}" dt="2026-04-09T15:17:14.458" v="132" actId="20577"/>
          <ac:spMkLst>
            <pc:docMk/>
            <pc:sldMk cId="4270197171" sldId="267"/>
            <ac:spMk id="2" creationId="{D5F9B605-1A9F-CB57-4FAC-89A3C5A1BE87}"/>
          </ac:spMkLst>
        </pc:spChg>
        <pc:spChg chg="mod">
          <ac:chgData name="Jaydon Debus" userId="e0481a4c7914b810" providerId="LiveId" clId="{26B1F2E3-9A8A-4F47-9D1F-98E1BE9C259B}" dt="2026-04-09T15:46:16.128" v="550" actId="20577"/>
          <ac:spMkLst>
            <pc:docMk/>
            <pc:sldMk cId="4270197171" sldId="267"/>
            <ac:spMk id="3" creationId="{7DE0D976-2421-403C-62F8-93DF605B927A}"/>
          </ac:spMkLst>
        </pc:spChg>
      </pc:sldChg>
    </pc:docChg>
  </pc:docChgLst>
  <pc:docChgLst>
    <pc:chgData name="Jaydon Debus" userId="e0481a4c7914b810" providerId="LiveId" clId="{2AD7606E-2DAE-4AFB-9ED9-2C2ABCA6C8DF}"/>
    <pc:docChg chg="undo custSel addSld delSld modSld modMainMaster">
      <pc:chgData name="Jaydon Debus" userId="e0481a4c7914b810" providerId="LiveId" clId="{2AD7606E-2DAE-4AFB-9ED9-2C2ABCA6C8DF}" dt="2026-04-08T20:45:28.806" v="678"/>
      <pc:docMkLst>
        <pc:docMk/>
      </pc:docMkLst>
      <pc:sldChg chg="addSp modSp new mod modTransition setBg addAnim modAnim">
        <pc:chgData name="Jaydon Debus" userId="e0481a4c7914b810" providerId="LiveId" clId="{2AD7606E-2DAE-4AFB-9ED9-2C2ABCA6C8DF}" dt="2026-04-08T20:45:28.806" v="678"/>
        <pc:sldMkLst>
          <pc:docMk/>
          <pc:sldMk cId="497896275" sldId="256"/>
        </pc:sldMkLst>
        <pc:spChg chg="mod">
          <ac:chgData name="Jaydon Debus" userId="e0481a4c7914b810" providerId="LiveId" clId="{2AD7606E-2DAE-4AFB-9ED9-2C2ABCA6C8DF}" dt="2026-04-03T19:25:29.865" v="648" actId="26606"/>
          <ac:spMkLst>
            <pc:docMk/>
            <pc:sldMk cId="497896275" sldId="256"/>
            <ac:spMk id="2" creationId="{D3E004C6-7948-11D0-6EDF-F46265BC8A8C}"/>
          </ac:spMkLst>
        </pc:spChg>
        <pc:spChg chg="mod">
          <ac:chgData name="Jaydon Debus" userId="e0481a4c7914b810" providerId="LiveId" clId="{2AD7606E-2DAE-4AFB-9ED9-2C2ABCA6C8DF}" dt="2026-04-03T19:25:29.865" v="648" actId="26606"/>
          <ac:spMkLst>
            <pc:docMk/>
            <pc:sldMk cId="497896275" sldId="256"/>
            <ac:spMk id="3" creationId="{D5947380-319D-21FA-B1EE-32BA3B4F84F6}"/>
          </ac:spMkLst>
        </pc:spChg>
        <pc:spChg chg="add">
          <ac:chgData name="Jaydon Debus" userId="e0481a4c7914b810" providerId="LiveId" clId="{2AD7606E-2DAE-4AFB-9ED9-2C2ABCA6C8DF}" dt="2026-04-03T19:25:29.865" v="648" actId="26606"/>
          <ac:spMkLst>
            <pc:docMk/>
            <pc:sldMk cId="497896275" sldId="256"/>
            <ac:spMk id="8" creationId="{C3896A03-3945-419A-B66B-4EE266EDD152}"/>
          </ac:spMkLst>
        </pc:spChg>
        <pc:spChg chg="add">
          <ac:chgData name="Jaydon Debus" userId="e0481a4c7914b810" providerId="LiveId" clId="{2AD7606E-2DAE-4AFB-9ED9-2C2ABCA6C8DF}" dt="2026-04-03T19:25:29.865" v="648" actId="26606"/>
          <ac:spMkLst>
            <pc:docMk/>
            <pc:sldMk cId="497896275" sldId="256"/>
            <ac:spMk id="10" creationId="{B34F5AD2-EDBD-4BBD-A55C-EAFFD0C7097A}"/>
          </ac:spMkLst>
        </pc:spChg>
        <pc:spChg chg="add">
          <ac:chgData name="Jaydon Debus" userId="e0481a4c7914b810" providerId="LiveId" clId="{2AD7606E-2DAE-4AFB-9ED9-2C2ABCA6C8DF}" dt="2026-04-03T19:25:29.865" v="648" actId="26606"/>
          <ac:spMkLst>
            <pc:docMk/>
            <pc:sldMk cId="497896275" sldId="256"/>
            <ac:spMk id="12" creationId="{6832F003-FCA6-4CFB-A2EA-308F3AA257D1}"/>
          </ac:spMkLst>
        </pc:spChg>
      </pc:sldChg>
      <pc:sldChg chg="addSp delSp modSp new mod modTransition setBg">
        <pc:chgData name="Jaydon Debus" userId="e0481a4c7914b810" providerId="LiveId" clId="{2AD7606E-2DAE-4AFB-9ED9-2C2ABCA6C8DF}" dt="2026-04-08T20:45:14.231" v="676"/>
        <pc:sldMkLst>
          <pc:docMk/>
          <pc:sldMk cId="1689454212" sldId="259"/>
        </pc:sldMkLst>
        <pc:spChg chg="mod">
          <ac:chgData name="Jaydon Debus" userId="e0481a4c7914b810" providerId="LiveId" clId="{2AD7606E-2DAE-4AFB-9ED9-2C2ABCA6C8DF}" dt="2026-04-03T19:25:35.878" v="650" actId="26606"/>
          <ac:spMkLst>
            <pc:docMk/>
            <pc:sldMk cId="1689454212" sldId="259"/>
            <ac:spMk id="2" creationId="{9E2930C7-1ECF-D75B-9AD2-E908E94FDBA5}"/>
          </ac:spMkLst>
        </pc:spChg>
        <pc:spChg chg="add">
          <ac:chgData name="Jaydon Debus" userId="e0481a4c7914b810" providerId="LiveId" clId="{2AD7606E-2DAE-4AFB-9ED9-2C2ABCA6C8DF}" dt="2026-04-03T19:25:35.878" v="650" actId="26606"/>
          <ac:spMkLst>
            <pc:docMk/>
            <pc:sldMk cId="1689454212" sldId="259"/>
            <ac:spMk id="11" creationId="{70DFC902-7D23-471A-B557-B6B6917D7A0D}"/>
          </ac:spMkLst>
        </pc:spChg>
        <pc:spChg chg="add">
          <ac:chgData name="Jaydon Debus" userId="e0481a4c7914b810" providerId="LiveId" clId="{2AD7606E-2DAE-4AFB-9ED9-2C2ABCA6C8DF}" dt="2026-04-03T19:25:35.878" v="650" actId="26606"/>
          <ac:spMkLst>
            <pc:docMk/>
            <pc:sldMk cId="1689454212" sldId="259"/>
            <ac:spMk id="13" creationId="{A55D5633-D557-4DCA-982C-FF36EB7A1C00}"/>
          </ac:spMkLst>
        </pc:spChg>
        <pc:spChg chg="add">
          <ac:chgData name="Jaydon Debus" userId="e0481a4c7914b810" providerId="LiveId" clId="{2AD7606E-2DAE-4AFB-9ED9-2C2ABCA6C8DF}" dt="2026-04-03T19:25:35.878" v="650" actId="26606"/>
          <ac:spMkLst>
            <pc:docMk/>
            <pc:sldMk cId="1689454212" sldId="259"/>
            <ac:spMk id="15" creationId="{450D3AD2-FA80-415F-A9CE-54D884561CD7}"/>
          </ac:spMkLst>
        </pc:spChg>
        <pc:picChg chg="add mod ord">
          <ac:chgData name="Jaydon Debus" userId="e0481a4c7914b810" providerId="LiveId" clId="{2AD7606E-2DAE-4AFB-9ED9-2C2ABCA6C8DF}" dt="2026-04-03T19:49:29.473" v="674" actId="14100"/>
          <ac:picMkLst>
            <pc:docMk/>
            <pc:sldMk cId="1689454212" sldId="259"/>
            <ac:picMk id="18" creationId="{F2E2D063-41D9-AF54-57B3-02563BE7118E}"/>
          </ac:picMkLst>
        </pc:picChg>
      </pc:sldChg>
      <pc:sldChg chg="addSp modSp new mod modTransition setBg">
        <pc:chgData name="Jaydon Debus" userId="e0481a4c7914b810" providerId="LiveId" clId="{2AD7606E-2DAE-4AFB-9ED9-2C2ABCA6C8DF}" dt="2026-04-08T20:45:14.231" v="676"/>
        <pc:sldMkLst>
          <pc:docMk/>
          <pc:sldMk cId="74242616" sldId="261"/>
        </pc:sldMkLst>
        <pc:spChg chg="mod">
          <ac:chgData name="Jaydon Debus" userId="e0481a4c7914b810" providerId="LiveId" clId="{2AD7606E-2DAE-4AFB-9ED9-2C2ABCA6C8DF}" dt="2026-04-03T19:25:17.553" v="647" actId="26606"/>
          <ac:spMkLst>
            <pc:docMk/>
            <pc:sldMk cId="74242616" sldId="261"/>
            <ac:spMk id="2" creationId="{E391AC83-F6FD-B4F3-0F21-1F467306B90D}"/>
          </ac:spMkLst>
        </pc:spChg>
        <pc:spChg chg="mod">
          <ac:chgData name="Jaydon Debus" userId="e0481a4c7914b810" providerId="LiveId" clId="{2AD7606E-2DAE-4AFB-9ED9-2C2ABCA6C8DF}" dt="2026-04-03T19:25:17.553" v="647" actId="26606"/>
          <ac:spMkLst>
            <pc:docMk/>
            <pc:sldMk cId="74242616" sldId="261"/>
            <ac:spMk id="3" creationId="{F307F7D9-EEB0-A48E-4E52-D91A51806EEF}"/>
          </ac:spMkLst>
        </pc:spChg>
        <pc:spChg chg="add">
          <ac:chgData name="Jaydon Debus" userId="e0481a4c7914b810" providerId="LiveId" clId="{2AD7606E-2DAE-4AFB-9ED9-2C2ABCA6C8DF}" dt="2026-04-03T19:25:17.553" v="647" actId="26606"/>
          <ac:spMkLst>
            <pc:docMk/>
            <pc:sldMk cId="74242616" sldId="261"/>
            <ac:spMk id="8" creationId="{70DFC902-7D23-471A-B557-B6B6917D7A0D}"/>
          </ac:spMkLst>
        </pc:spChg>
        <pc:spChg chg="add">
          <ac:chgData name="Jaydon Debus" userId="e0481a4c7914b810" providerId="LiveId" clId="{2AD7606E-2DAE-4AFB-9ED9-2C2ABCA6C8DF}" dt="2026-04-03T19:25:17.553" v="647" actId="26606"/>
          <ac:spMkLst>
            <pc:docMk/>
            <pc:sldMk cId="74242616" sldId="261"/>
            <ac:spMk id="10" creationId="{A55D5633-D557-4DCA-982C-FF36EB7A1C00}"/>
          </ac:spMkLst>
        </pc:spChg>
        <pc:spChg chg="add">
          <ac:chgData name="Jaydon Debus" userId="e0481a4c7914b810" providerId="LiveId" clId="{2AD7606E-2DAE-4AFB-9ED9-2C2ABCA6C8DF}" dt="2026-04-03T19:25:17.553" v="647" actId="26606"/>
          <ac:spMkLst>
            <pc:docMk/>
            <pc:sldMk cId="74242616" sldId="261"/>
            <ac:spMk id="12" creationId="{450D3AD2-FA80-415F-A9CE-54D884561CD7}"/>
          </ac:spMkLst>
        </pc:spChg>
      </pc:sldChg>
      <pc:sldChg chg="addSp modSp new mod modTransition setBg">
        <pc:chgData name="Jaydon Debus" userId="e0481a4c7914b810" providerId="LiveId" clId="{2AD7606E-2DAE-4AFB-9ED9-2C2ABCA6C8DF}" dt="2026-04-08T20:45:14.231" v="676"/>
        <pc:sldMkLst>
          <pc:docMk/>
          <pc:sldMk cId="2117215585" sldId="262"/>
        </pc:sldMkLst>
        <pc:spChg chg="mod">
          <ac:chgData name="Jaydon Debus" userId="e0481a4c7914b810" providerId="LiveId" clId="{2AD7606E-2DAE-4AFB-9ED9-2C2ABCA6C8DF}" dt="2026-04-03T19:25:08.828" v="644" actId="26606"/>
          <ac:spMkLst>
            <pc:docMk/>
            <pc:sldMk cId="2117215585" sldId="262"/>
            <ac:spMk id="2" creationId="{4BBCB994-E07E-0FE2-04AE-CEC3747A5731}"/>
          </ac:spMkLst>
        </pc:spChg>
        <pc:spChg chg="mod">
          <ac:chgData name="Jaydon Debus" userId="e0481a4c7914b810" providerId="LiveId" clId="{2AD7606E-2DAE-4AFB-9ED9-2C2ABCA6C8DF}" dt="2026-04-03T19:25:08.828" v="644" actId="26606"/>
          <ac:spMkLst>
            <pc:docMk/>
            <pc:sldMk cId="2117215585" sldId="262"/>
            <ac:spMk id="3" creationId="{0C21D757-5517-1AEC-8A91-B14507821641}"/>
          </ac:spMkLst>
        </pc:spChg>
        <pc:spChg chg="add">
          <ac:chgData name="Jaydon Debus" userId="e0481a4c7914b810" providerId="LiveId" clId="{2AD7606E-2DAE-4AFB-9ED9-2C2ABCA6C8DF}" dt="2026-04-03T19:25:08.828" v="644" actId="26606"/>
          <ac:spMkLst>
            <pc:docMk/>
            <pc:sldMk cId="2117215585" sldId="262"/>
            <ac:spMk id="8" creationId="{70DFC902-7D23-471A-B557-B6B6917D7A0D}"/>
          </ac:spMkLst>
        </pc:spChg>
        <pc:spChg chg="add">
          <ac:chgData name="Jaydon Debus" userId="e0481a4c7914b810" providerId="LiveId" clId="{2AD7606E-2DAE-4AFB-9ED9-2C2ABCA6C8DF}" dt="2026-04-03T19:25:08.828" v="644" actId="26606"/>
          <ac:spMkLst>
            <pc:docMk/>
            <pc:sldMk cId="2117215585" sldId="262"/>
            <ac:spMk id="10" creationId="{A55D5633-D557-4DCA-982C-FF36EB7A1C00}"/>
          </ac:spMkLst>
        </pc:spChg>
        <pc:spChg chg="add">
          <ac:chgData name="Jaydon Debus" userId="e0481a4c7914b810" providerId="LiveId" clId="{2AD7606E-2DAE-4AFB-9ED9-2C2ABCA6C8DF}" dt="2026-04-03T19:25:08.828" v="644" actId="26606"/>
          <ac:spMkLst>
            <pc:docMk/>
            <pc:sldMk cId="2117215585" sldId="262"/>
            <ac:spMk id="12" creationId="{450D3AD2-FA80-415F-A9CE-54D884561CD7}"/>
          </ac:spMkLst>
        </pc:spChg>
      </pc:sldChg>
      <pc:sldChg chg="addSp modSp new mod modTransition setBg">
        <pc:chgData name="Jaydon Debus" userId="e0481a4c7914b810" providerId="LiveId" clId="{2AD7606E-2DAE-4AFB-9ED9-2C2ABCA6C8DF}" dt="2026-04-08T20:45:14.231" v="676"/>
        <pc:sldMkLst>
          <pc:docMk/>
          <pc:sldMk cId="3111779442" sldId="263"/>
        </pc:sldMkLst>
        <pc:spChg chg="mod">
          <ac:chgData name="Jaydon Debus" userId="e0481a4c7914b810" providerId="LiveId" clId="{2AD7606E-2DAE-4AFB-9ED9-2C2ABCA6C8DF}" dt="2026-04-03T19:25:12.974" v="645" actId="26606"/>
          <ac:spMkLst>
            <pc:docMk/>
            <pc:sldMk cId="3111779442" sldId="263"/>
            <ac:spMk id="2" creationId="{DD7A4EC0-FFA2-799D-F713-DB261553C099}"/>
          </ac:spMkLst>
        </pc:spChg>
        <pc:spChg chg="mod">
          <ac:chgData name="Jaydon Debus" userId="e0481a4c7914b810" providerId="LiveId" clId="{2AD7606E-2DAE-4AFB-9ED9-2C2ABCA6C8DF}" dt="2026-04-03T19:25:12.974" v="645" actId="26606"/>
          <ac:spMkLst>
            <pc:docMk/>
            <pc:sldMk cId="3111779442" sldId="263"/>
            <ac:spMk id="3" creationId="{DE0B4026-EE2A-AC15-844D-5E6A80793389}"/>
          </ac:spMkLst>
        </pc:spChg>
        <pc:spChg chg="add">
          <ac:chgData name="Jaydon Debus" userId="e0481a4c7914b810" providerId="LiveId" clId="{2AD7606E-2DAE-4AFB-9ED9-2C2ABCA6C8DF}" dt="2026-04-03T19:25:12.974" v="645" actId="26606"/>
          <ac:spMkLst>
            <pc:docMk/>
            <pc:sldMk cId="3111779442" sldId="263"/>
            <ac:spMk id="8" creationId="{70DFC902-7D23-471A-B557-B6B6917D7A0D}"/>
          </ac:spMkLst>
        </pc:spChg>
        <pc:spChg chg="add">
          <ac:chgData name="Jaydon Debus" userId="e0481a4c7914b810" providerId="LiveId" clId="{2AD7606E-2DAE-4AFB-9ED9-2C2ABCA6C8DF}" dt="2026-04-03T19:25:12.974" v="645" actId="26606"/>
          <ac:spMkLst>
            <pc:docMk/>
            <pc:sldMk cId="3111779442" sldId="263"/>
            <ac:spMk id="10" creationId="{A55D5633-D557-4DCA-982C-FF36EB7A1C00}"/>
          </ac:spMkLst>
        </pc:spChg>
        <pc:spChg chg="add">
          <ac:chgData name="Jaydon Debus" userId="e0481a4c7914b810" providerId="LiveId" clId="{2AD7606E-2DAE-4AFB-9ED9-2C2ABCA6C8DF}" dt="2026-04-03T19:25:12.974" v="645" actId="26606"/>
          <ac:spMkLst>
            <pc:docMk/>
            <pc:sldMk cId="3111779442" sldId="263"/>
            <ac:spMk id="12" creationId="{450D3AD2-FA80-415F-A9CE-54D884561CD7}"/>
          </ac:spMkLst>
        </pc:spChg>
      </pc:sldChg>
      <pc:sldChg chg="addSp modSp new mod modTransition setBg">
        <pc:chgData name="Jaydon Debus" userId="e0481a4c7914b810" providerId="LiveId" clId="{2AD7606E-2DAE-4AFB-9ED9-2C2ABCA6C8DF}" dt="2026-04-08T20:45:14.231" v="676"/>
        <pc:sldMkLst>
          <pc:docMk/>
          <pc:sldMk cId="3733630885" sldId="264"/>
        </pc:sldMkLst>
        <pc:spChg chg="mod">
          <ac:chgData name="Jaydon Debus" userId="e0481a4c7914b810" providerId="LiveId" clId="{2AD7606E-2DAE-4AFB-9ED9-2C2ABCA6C8DF}" dt="2026-04-03T19:25:15.538" v="646" actId="26606"/>
          <ac:spMkLst>
            <pc:docMk/>
            <pc:sldMk cId="3733630885" sldId="264"/>
            <ac:spMk id="2" creationId="{8A84DE78-DDCD-1009-8A60-94DCBA1093C0}"/>
          </ac:spMkLst>
        </pc:spChg>
        <pc:spChg chg="mod">
          <ac:chgData name="Jaydon Debus" userId="e0481a4c7914b810" providerId="LiveId" clId="{2AD7606E-2DAE-4AFB-9ED9-2C2ABCA6C8DF}" dt="2026-04-03T19:25:15.538" v="646" actId="26606"/>
          <ac:spMkLst>
            <pc:docMk/>
            <pc:sldMk cId="3733630885" sldId="264"/>
            <ac:spMk id="3" creationId="{0FE80B1D-93BB-8828-8BC6-0A5B044A6633}"/>
          </ac:spMkLst>
        </pc:spChg>
        <pc:spChg chg="add">
          <ac:chgData name="Jaydon Debus" userId="e0481a4c7914b810" providerId="LiveId" clId="{2AD7606E-2DAE-4AFB-9ED9-2C2ABCA6C8DF}" dt="2026-04-03T19:25:15.538" v="646" actId="26606"/>
          <ac:spMkLst>
            <pc:docMk/>
            <pc:sldMk cId="3733630885" sldId="264"/>
            <ac:spMk id="8" creationId="{70DFC902-7D23-471A-B557-B6B6917D7A0D}"/>
          </ac:spMkLst>
        </pc:spChg>
        <pc:spChg chg="add">
          <ac:chgData name="Jaydon Debus" userId="e0481a4c7914b810" providerId="LiveId" clId="{2AD7606E-2DAE-4AFB-9ED9-2C2ABCA6C8DF}" dt="2026-04-03T19:25:15.538" v="646" actId="26606"/>
          <ac:spMkLst>
            <pc:docMk/>
            <pc:sldMk cId="3733630885" sldId="264"/>
            <ac:spMk id="10" creationId="{A55D5633-D557-4DCA-982C-FF36EB7A1C00}"/>
          </ac:spMkLst>
        </pc:spChg>
        <pc:spChg chg="add">
          <ac:chgData name="Jaydon Debus" userId="e0481a4c7914b810" providerId="LiveId" clId="{2AD7606E-2DAE-4AFB-9ED9-2C2ABCA6C8DF}" dt="2026-04-03T19:25:15.538" v="646" actId="26606"/>
          <ac:spMkLst>
            <pc:docMk/>
            <pc:sldMk cId="3733630885" sldId="264"/>
            <ac:spMk id="12" creationId="{450D3AD2-FA80-415F-A9CE-54D884561CD7}"/>
          </ac:spMkLst>
        </pc:spChg>
      </pc:sldChg>
      <pc:sldMasterChg chg="modTransition modSldLayout">
        <pc:chgData name="Jaydon Debus" userId="e0481a4c7914b810" providerId="LiveId" clId="{2AD7606E-2DAE-4AFB-9ED9-2C2ABCA6C8DF}" dt="2026-04-08T20:45:14.231" v="676"/>
        <pc:sldMasterMkLst>
          <pc:docMk/>
          <pc:sldMasterMk cId="4094795840" sldId="2147483678"/>
        </pc:sldMasterMkLst>
        <pc:sldLayoutChg chg="modTransition">
          <pc:chgData name="Jaydon Debus" userId="e0481a4c7914b810" providerId="LiveId" clId="{2AD7606E-2DAE-4AFB-9ED9-2C2ABCA6C8DF}" dt="2026-04-08T20:45:14.231" v="676"/>
          <pc:sldLayoutMkLst>
            <pc:docMk/>
            <pc:sldMasterMk cId="4094795840" sldId="2147483678"/>
            <pc:sldLayoutMk cId="1871717878" sldId="2147483679"/>
          </pc:sldLayoutMkLst>
        </pc:sldLayoutChg>
        <pc:sldLayoutChg chg="modTransition">
          <pc:chgData name="Jaydon Debus" userId="e0481a4c7914b810" providerId="LiveId" clId="{2AD7606E-2DAE-4AFB-9ED9-2C2ABCA6C8DF}" dt="2026-04-08T20:45:14.231" v="676"/>
          <pc:sldLayoutMkLst>
            <pc:docMk/>
            <pc:sldMasterMk cId="4094795840" sldId="2147483678"/>
            <pc:sldLayoutMk cId="1062948500" sldId="2147483680"/>
          </pc:sldLayoutMkLst>
        </pc:sldLayoutChg>
        <pc:sldLayoutChg chg="modTransition">
          <pc:chgData name="Jaydon Debus" userId="e0481a4c7914b810" providerId="LiveId" clId="{2AD7606E-2DAE-4AFB-9ED9-2C2ABCA6C8DF}" dt="2026-04-08T20:45:14.231" v="676"/>
          <pc:sldLayoutMkLst>
            <pc:docMk/>
            <pc:sldMasterMk cId="4094795840" sldId="2147483678"/>
            <pc:sldLayoutMk cId="1193105629" sldId="2147483681"/>
          </pc:sldLayoutMkLst>
        </pc:sldLayoutChg>
        <pc:sldLayoutChg chg="modTransition">
          <pc:chgData name="Jaydon Debus" userId="e0481a4c7914b810" providerId="LiveId" clId="{2AD7606E-2DAE-4AFB-9ED9-2C2ABCA6C8DF}" dt="2026-04-08T20:45:14.231" v="676"/>
          <pc:sldLayoutMkLst>
            <pc:docMk/>
            <pc:sldMasterMk cId="4094795840" sldId="2147483678"/>
            <pc:sldLayoutMk cId="1290716263" sldId="2147483682"/>
          </pc:sldLayoutMkLst>
        </pc:sldLayoutChg>
        <pc:sldLayoutChg chg="modTransition">
          <pc:chgData name="Jaydon Debus" userId="e0481a4c7914b810" providerId="LiveId" clId="{2AD7606E-2DAE-4AFB-9ED9-2C2ABCA6C8DF}" dt="2026-04-08T20:45:14.231" v="676"/>
          <pc:sldLayoutMkLst>
            <pc:docMk/>
            <pc:sldMasterMk cId="4094795840" sldId="2147483678"/>
            <pc:sldLayoutMk cId="1081771753" sldId="2147483683"/>
          </pc:sldLayoutMkLst>
        </pc:sldLayoutChg>
        <pc:sldLayoutChg chg="modTransition">
          <pc:chgData name="Jaydon Debus" userId="e0481a4c7914b810" providerId="LiveId" clId="{2AD7606E-2DAE-4AFB-9ED9-2C2ABCA6C8DF}" dt="2026-04-08T20:45:14.231" v="676"/>
          <pc:sldLayoutMkLst>
            <pc:docMk/>
            <pc:sldMasterMk cId="4094795840" sldId="2147483678"/>
            <pc:sldLayoutMk cId="116063409" sldId="2147483684"/>
          </pc:sldLayoutMkLst>
        </pc:sldLayoutChg>
        <pc:sldLayoutChg chg="modTransition">
          <pc:chgData name="Jaydon Debus" userId="e0481a4c7914b810" providerId="LiveId" clId="{2AD7606E-2DAE-4AFB-9ED9-2C2ABCA6C8DF}" dt="2026-04-08T20:45:14.231" v="676"/>
          <pc:sldLayoutMkLst>
            <pc:docMk/>
            <pc:sldMasterMk cId="4094795840" sldId="2147483678"/>
            <pc:sldLayoutMk cId="1005570231" sldId="2147483685"/>
          </pc:sldLayoutMkLst>
        </pc:sldLayoutChg>
        <pc:sldLayoutChg chg="modTransition">
          <pc:chgData name="Jaydon Debus" userId="e0481a4c7914b810" providerId="LiveId" clId="{2AD7606E-2DAE-4AFB-9ED9-2C2ABCA6C8DF}" dt="2026-04-08T20:45:14.231" v="676"/>
          <pc:sldLayoutMkLst>
            <pc:docMk/>
            <pc:sldMasterMk cId="4094795840" sldId="2147483678"/>
            <pc:sldLayoutMk cId="106407141" sldId="2147483686"/>
          </pc:sldLayoutMkLst>
        </pc:sldLayoutChg>
        <pc:sldLayoutChg chg="modTransition">
          <pc:chgData name="Jaydon Debus" userId="e0481a4c7914b810" providerId="LiveId" clId="{2AD7606E-2DAE-4AFB-9ED9-2C2ABCA6C8DF}" dt="2026-04-08T20:45:14.231" v="676"/>
          <pc:sldLayoutMkLst>
            <pc:docMk/>
            <pc:sldMasterMk cId="4094795840" sldId="2147483678"/>
            <pc:sldLayoutMk cId="2097556314" sldId="2147483687"/>
          </pc:sldLayoutMkLst>
        </pc:sldLayoutChg>
        <pc:sldLayoutChg chg="modTransition">
          <pc:chgData name="Jaydon Debus" userId="e0481a4c7914b810" providerId="LiveId" clId="{2AD7606E-2DAE-4AFB-9ED9-2C2ABCA6C8DF}" dt="2026-04-08T20:45:14.231" v="676"/>
          <pc:sldLayoutMkLst>
            <pc:docMk/>
            <pc:sldMasterMk cId="4094795840" sldId="2147483678"/>
            <pc:sldLayoutMk cId="2388843542" sldId="2147483688"/>
          </pc:sldLayoutMkLst>
        </pc:sldLayoutChg>
        <pc:sldLayoutChg chg="modTransition">
          <pc:chgData name="Jaydon Debus" userId="e0481a4c7914b810" providerId="LiveId" clId="{2AD7606E-2DAE-4AFB-9ED9-2C2ABCA6C8DF}" dt="2026-04-08T20:45:14.231" v="676"/>
          <pc:sldLayoutMkLst>
            <pc:docMk/>
            <pc:sldMasterMk cId="4094795840" sldId="2147483678"/>
            <pc:sldLayoutMk cId="3931936572" sldId="2147483689"/>
          </pc:sldLayoutMkLst>
        </pc:sldLayoutChg>
      </pc:sldMaster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829A30-3159-8A56-E965-5D042455733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40E9016-2684-0A60-6F1A-2D7675A1F15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D908BD0-8489-2B7D-F939-9FBAF874B793}"/>
              </a:ext>
            </a:extLst>
          </p:cNvPr>
          <p:cNvSpPr>
            <a:spLocks noGrp="1"/>
          </p:cNvSpPr>
          <p:nvPr>
            <p:ph type="dt" sz="half" idx="10"/>
          </p:nvPr>
        </p:nvSpPr>
        <p:spPr/>
        <p:txBody>
          <a:bodyPr/>
          <a:lstStyle/>
          <a:p>
            <a:fld id="{2EBCEDB6-0DA7-4FBD-9BCE-B544E9EE0D77}" type="datetimeFigureOut">
              <a:rPr lang="en-US" smtClean="0"/>
              <a:t>4/9/2026</a:t>
            </a:fld>
            <a:endParaRPr lang="en-US"/>
          </a:p>
        </p:txBody>
      </p:sp>
      <p:sp>
        <p:nvSpPr>
          <p:cNvPr id="5" name="Footer Placeholder 4">
            <a:extLst>
              <a:ext uri="{FF2B5EF4-FFF2-40B4-BE49-F238E27FC236}">
                <a16:creationId xmlns:a16="http://schemas.microsoft.com/office/drawing/2014/main" id="{BDAE7543-0C35-1AEA-E3E0-5278B5AC3A4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603AC8-6AD0-BBEE-06FA-1E3AD54E2492}"/>
              </a:ext>
            </a:extLst>
          </p:cNvPr>
          <p:cNvSpPr>
            <a:spLocks noGrp="1"/>
          </p:cNvSpPr>
          <p:nvPr>
            <p:ph type="sldNum" sz="quarter" idx="12"/>
          </p:nvPr>
        </p:nvSpPr>
        <p:spPr/>
        <p:txBody>
          <a:bodyPr/>
          <a:lstStyle/>
          <a:p>
            <a:fld id="{A0FBC1D7-BAEC-4A00-AB27-E8AA9E064719}" type="slidenum">
              <a:rPr lang="en-US" smtClean="0"/>
              <a:t>‹#›</a:t>
            </a:fld>
            <a:endParaRPr lang="en-US"/>
          </a:p>
        </p:txBody>
      </p:sp>
    </p:spTree>
    <p:extLst>
      <p:ext uri="{BB962C8B-B14F-4D97-AF65-F5344CB8AC3E}">
        <p14:creationId xmlns:p14="http://schemas.microsoft.com/office/powerpoint/2010/main" val="18717178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568F15-372F-3550-9F51-24DD9FC3370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CFFD1BA-83CF-474B-B361-95B0D451FD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B7488F9-52DB-4767-3DB1-F0BCD86907DC}"/>
              </a:ext>
            </a:extLst>
          </p:cNvPr>
          <p:cNvSpPr>
            <a:spLocks noGrp="1"/>
          </p:cNvSpPr>
          <p:nvPr>
            <p:ph type="dt" sz="half" idx="10"/>
          </p:nvPr>
        </p:nvSpPr>
        <p:spPr/>
        <p:txBody>
          <a:bodyPr/>
          <a:lstStyle/>
          <a:p>
            <a:fld id="{2EBCEDB6-0DA7-4FBD-9BCE-B544E9EE0D77}" type="datetimeFigureOut">
              <a:rPr lang="en-US" smtClean="0"/>
              <a:t>4/9/2026</a:t>
            </a:fld>
            <a:endParaRPr lang="en-US"/>
          </a:p>
        </p:txBody>
      </p:sp>
      <p:sp>
        <p:nvSpPr>
          <p:cNvPr id="5" name="Footer Placeholder 4">
            <a:extLst>
              <a:ext uri="{FF2B5EF4-FFF2-40B4-BE49-F238E27FC236}">
                <a16:creationId xmlns:a16="http://schemas.microsoft.com/office/drawing/2014/main" id="{EEFCE314-8D35-B8CC-46FF-90F1137C040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DF4A792-EBB9-6716-B25D-1C101B811FEE}"/>
              </a:ext>
            </a:extLst>
          </p:cNvPr>
          <p:cNvSpPr>
            <a:spLocks noGrp="1"/>
          </p:cNvSpPr>
          <p:nvPr>
            <p:ph type="sldNum" sz="quarter" idx="12"/>
          </p:nvPr>
        </p:nvSpPr>
        <p:spPr/>
        <p:txBody>
          <a:bodyPr/>
          <a:lstStyle/>
          <a:p>
            <a:fld id="{A0FBC1D7-BAEC-4A00-AB27-E8AA9E064719}" type="slidenum">
              <a:rPr lang="en-US" smtClean="0"/>
              <a:t>‹#›</a:t>
            </a:fld>
            <a:endParaRPr lang="en-US"/>
          </a:p>
        </p:txBody>
      </p:sp>
    </p:spTree>
    <p:extLst>
      <p:ext uri="{BB962C8B-B14F-4D97-AF65-F5344CB8AC3E}">
        <p14:creationId xmlns:p14="http://schemas.microsoft.com/office/powerpoint/2010/main" val="10629485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1A917-83CE-DEF9-7B5B-67538718E43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3805E3E-6220-0793-1574-3595A28D48F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8F3EA5C-9A45-0FE3-74FB-9281F8BEFECA}"/>
              </a:ext>
            </a:extLst>
          </p:cNvPr>
          <p:cNvSpPr>
            <a:spLocks noGrp="1"/>
          </p:cNvSpPr>
          <p:nvPr>
            <p:ph type="dt" sz="half" idx="10"/>
          </p:nvPr>
        </p:nvSpPr>
        <p:spPr/>
        <p:txBody>
          <a:bodyPr/>
          <a:lstStyle/>
          <a:p>
            <a:fld id="{2EBCEDB6-0DA7-4FBD-9BCE-B544E9EE0D77}" type="datetimeFigureOut">
              <a:rPr lang="en-US" smtClean="0"/>
              <a:t>4/9/2026</a:t>
            </a:fld>
            <a:endParaRPr lang="en-US"/>
          </a:p>
        </p:txBody>
      </p:sp>
      <p:sp>
        <p:nvSpPr>
          <p:cNvPr id="5" name="Footer Placeholder 4">
            <a:extLst>
              <a:ext uri="{FF2B5EF4-FFF2-40B4-BE49-F238E27FC236}">
                <a16:creationId xmlns:a16="http://schemas.microsoft.com/office/drawing/2014/main" id="{CC842739-F9F4-7A61-C0FD-5B27EE926D1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CA5F7B5-0985-D2E1-B4ED-1089620AA4F6}"/>
              </a:ext>
            </a:extLst>
          </p:cNvPr>
          <p:cNvSpPr>
            <a:spLocks noGrp="1"/>
          </p:cNvSpPr>
          <p:nvPr>
            <p:ph type="sldNum" sz="quarter" idx="12"/>
          </p:nvPr>
        </p:nvSpPr>
        <p:spPr/>
        <p:txBody>
          <a:bodyPr/>
          <a:lstStyle/>
          <a:p>
            <a:fld id="{A0FBC1D7-BAEC-4A00-AB27-E8AA9E064719}" type="slidenum">
              <a:rPr lang="en-US" smtClean="0"/>
              <a:t>‹#›</a:t>
            </a:fld>
            <a:endParaRPr lang="en-US"/>
          </a:p>
        </p:txBody>
      </p:sp>
    </p:spTree>
    <p:extLst>
      <p:ext uri="{BB962C8B-B14F-4D97-AF65-F5344CB8AC3E}">
        <p14:creationId xmlns:p14="http://schemas.microsoft.com/office/powerpoint/2010/main" val="11931056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E16AC1-A935-F0F8-0BE5-488A8A78C9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FEACEF2-8684-31A7-84D7-D2FD9B116CB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6DC8DFB-EC3C-162D-E8F0-E4DC951A8CE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7F50E85-8CB5-A795-13D5-17CBDBAE452E}"/>
              </a:ext>
            </a:extLst>
          </p:cNvPr>
          <p:cNvSpPr>
            <a:spLocks noGrp="1"/>
          </p:cNvSpPr>
          <p:nvPr>
            <p:ph type="dt" sz="half" idx="10"/>
          </p:nvPr>
        </p:nvSpPr>
        <p:spPr/>
        <p:txBody>
          <a:bodyPr/>
          <a:lstStyle/>
          <a:p>
            <a:fld id="{2EBCEDB6-0DA7-4FBD-9BCE-B544E9EE0D77}" type="datetimeFigureOut">
              <a:rPr lang="en-US" smtClean="0"/>
              <a:t>4/9/2026</a:t>
            </a:fld>
            <a:endParaRPr lang="en-US"/>
          </a:p>
        </p:txBody>
      </p:sp>
      <p:sp>
        <p:nvSpPr>
          <p:cNvPr id="6" name="Footer Placeholder 5">
            <a:extLst>
              <a:ext uri="{FF2B5EF4-FFF2-40B4-BE49-F238E27FC236}">
                <a16:creationId xmlns:a16="http://schemas.microsoft.com/office/drawing/2014/main" id="{86584C12-975C-AA22-51F2-73B982F1FBA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F575DA9-E59C-C879-FD1F-F51E84AF09C0}"/>
              </a:ext>
            </a:extLst>
          </p:cNvPr>
          <p:cNvSpPr>
            <a:spLocks noGrp="1"/>
          </p:cNvSpPr>
          <p:nvPr>
            <p:ph type="sldNum" sz="quarter" idx="12"/>
          </p:nvPr>
        </p:nvSpPr>
        <p:spPr/>
        <p:txBody>
          <a:bodyPr/>
          <a:lstStyle/>
          <a:p>
            <a:fld id="{A0FBC1D7-BAEC-4A00-AB27-E8AA9E064719}" type="slidenum">
              <a:rPr lang="en-US" smtClean="0"/>
              <a:t>‹#›</a:t>
            </a:fld>
            <a:endParaRPr lang="en-US"/>
          </a:p>
        </p:txBody>
      </p:sp>
    </p:spTree>
    <p:extLst>
      <p:ext uri="{BB962C8B-B14F-4D97-AF65-F5344CB8AC3E}">
        <p14:creationId xmlns:p14="http://schemas.microsoft.com/office/powerpoint/2010/main" val="12907162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33A68-EB25-0DD3-B297-20BCFAA479E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8C3FE67-42E0-134E-9990-92D2CC62642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1246C0-C4AE-43FD-6E2E-666924D3E58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6CF142B-7973-1B35-033D-956347B42F2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446BD66-A19F-1A15-C8A7-58A29D3433E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6C3B8BC-585A-FC1C-FFF9-13C0FF05E194}"/>
              </a:ext>
            </a:extLst>
          </p:cNvPr>
          <p:cNvSpPr>
            <a:spLocks noGrp="1"/>
          </p:cNvSpPr>
          <p:nvPr>
            <p:ph type="dt" sz="half" idx="10"/>
          </p:nvPr>
        </p:nvSpPr>
        <p:spPr/>
        <p:txBody>
          <a:bodyPr/>
          <a:lstStyle/>
          <a:p>
            <a:fld id="{2EBCEDB6-0DA7-4FBD-9BCE-B544E9EE0D77}" type="datetimeFigureOut">
              <a:rPr lang="en-US" smtClean="0"/>
              <a:t>4/9/2026</a:t>
            </a:fld>
            <a:endParaRPr lang="en-US"/>
          </a:p>
        </p:txBody>
      </p:sp>
      <p:sp>
        <p:nvSpPr>
          <p:cNvPr id="8" name="Footer Placeholder 7">
            <a:extLst>
              <a:ext uri="{FF2B5EF4-FFF2-40B4-BE49-F238E27FC236}">
                <a16:creationId xmlns:a16="http://schemas.microsoft.com/office/drawing/2014/main" id="{091AE77B-503B-4C79-9CAD-15C75091597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68AB6D6-5DBC-AE8E-5270-441E6864648E}"/>
              </a:ext>
            </a:extLst>
          </p:cNvPr>
          <p:cNvSpPr>
            <a:spLocks noGrp="1"/>
          </p:cNvSpPr>
          <p:nvPr>
            <p:ph type="sldNum" sz="quarter" idx="12"/>
          </p:nvPr>
        </p:nvSpPr>
        <p:spPr/>
        <p:txBody>
          <a:bodyPr/>
          <a:lstStyle/>
          <a:p>
            <a:fld id="{A0FBC1D7-BAEC-4A00-AB27-E8AA9E064719}" type="slidenum">
              <a:rPr lang="en-US" smtClean="0"/>
              <a:t>‹#›</a:t>
            </a:fld>
            <a:endParaRPr lang="en-US"/>
          </a:p>
        </p:txBody>
      </p:sp>
    </p:spTree>
    <p:extLst>
      <p:ext uri="{BB962C8B-B14F-4D97-AF65-F5344CB8AC3E}">
        <p14:creationId xmlns:p14="http://schemas.microsoft.com/office/powerpoint/2010/main" val="10817717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7C7918-3459-569A-DCA1-D9427E2431A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A2AC83-C19E-EB68-01CE-A81A3DB586DF}"/>
              </a:ext>
            </a:extLst>
          </p:cNvPr>
          <p:cNvSpPr>
            <a:spLocks noGrp="1"/>
          </p:cNvSpPr>
          <p:nvPr>
            <p:ph type="dt" sz="half" idx="10"/>
          </p:nvPr>
        </p:nvSpPr>
        <p:spPr/>
        <p:txBody>
          <a:bodyPr/>
          <a:lstStyle/>
          <a:p>
            <a:fld id="{2EBCEDB6-0DA7-4FBD-9BCE-B544E9EE0D77}" type="datetimeFigureOut">
              <a:rPr lang="en-US" smtClean="0"/>
              <a:t>4/9/2026</a:t>
            </a:fld>
            <a:endParaRPr lang="en-US"/>
          </a:p>
        </p:txBody>
      </p:sp>
      <p:sp>
        <p:nvSpPr>
          <p:cNvPr id="4" name="Footer Placeholder 3">
            <a:extLst>
              <a:ext uri="{FF2B5EF4-FFF2-40B4-BE49-F238E27FC236}">
                <a16:creationId xmlns:a16="http://schemas.microsoft.com/office/drawing/2014/main" id="{026B01CD-2B36-EDBE-7739-F433BC6B025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EA1E4B5-5D3C-88E7-8A2B-BC502574C58E}"/>
              </a:ext>
            </a:extLst>
          </p:cNvPr>
          <p:cNvSpPr>
            <a:spLocks noGrp="1"/>
          </p:cNvSpPr>
          <p:nvPr>
            <p:ph type="sldNum" sz="quarter" idx="12"/>
          </p:nvPr>
        </p:nvSpPr>
        <p:spPr/>
        <p:txBody>
          <a:bodyPr/>
          <a:lstStyle/>
          <a:p>
            <a:fld id="{A0FBC1D7-BAEC-4A00-AB27-E8AA9E064719}" type="slidenum">
              <a:rPr lang="en-US" smtClean="0"/>
              <a:t>‹#›</a:t>
            </a:fld>
            <a:endParaRPr lang="en-US"/>
          </a:p>
        </p:txBody>
      </p:sp>
    </p:spTree>
    <p:extLst>
      <p:ext uri="{BB962C8B-B14F-4D97-AF65-F5344CB8AC3E}">
        <p14:creationId xmlns:p14="http://schemas.microsoft.com/office/powerpoint/2010/main" val="1160634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E83A104-31A6-6DF4-F4B2-E75F7EFC210D}"/>
              </a:ext>
            </a:extLst>
          </p:cNvPr>
          <p:cNvSpPr>
            <a:spLocks noGrp="1"/>
          </p:cNvSpPr>
          <p:nvPr>
            <p:ph type="dt" sz="half" idx="10"/>
          </p:nvPr>
        </p:nvSpPr>
        <p:spPr/>
        <p:txBody>
          <a:bodyPr/>
          <a:lstStyle/>
          <a:p>
            <a:fld id="{2EBCEDB6-0DA7-4FBD-9BCE-B544E9EE0D77}" type="datetimeFigureOut">
              <a:rPr lang="en-US" smtClean="0"/>
              <a:t>4/9/2026</a:t>
            </a:fld>
            <a:endParaRPr lang="en-US"/>
          </a:p>
        </p:txBody>
      </p:sp>
      <p:sp>
        <p:nvSpPr>
          <p:cNvPr id="3" name="Footer Placeholder 2">
            <a:extLst>
              <a:ext uri="{FF2B5EF4-FFF2-40B4-BE49-F238E27FC236}">
                <a16:creationId xmlns:a16="http://schemas.microsoft.com/office/drawing/2014/main" id="{3089C3EE-BBC5-4266-6BAC-98F4A7BB164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734D418-30B8-AF37-A100-B4E5482B1236}"/>
              </a:ext>
            </a:extLst>
          </p:cNvPr>
          <p:cNvSpPr>
            <a:spLocks noGrp="1"/>
          </p:cNvSpPr>
          <p:nvPr>
            <p:ph type="sldNum" sz="quarter" idx="12"/>
          </p:nvPr>
        </p:nvSpPr>
        <p:spPr/>
        <p:txBody>
          <a:bodyPr/>
          <a:lstStyle/>
          <a:p>
            <a:fld id="{A0FBC1D7-BAEC-4A00-AB27-E8AA9E064719}" type="slidenum">
              <a:rPr lang="en-US" smtClean="0"/>
              <a:t>‹#›</a:t>
            </a:fld>
            <a:endParaRPr lang="en-US"/>
          </a:p>
        </p:txBody>
      </p:sp>
    </p:spTree>
    <p:extLst>
      <p:ext uri="{BB962C8B-B14F-4D97-AF65-F5344CB8AC3E}">
        <p14:creationId xmlns:p14="http://schemas.microsoft.com/office/powerpoint/2010/main" val="10055702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15BC60-3885-6676-F776-0BCDB55151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2D3A4BA-9EFF-BC8D-DB9E-CAA32CD0FA1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C75CEE3-D247-2B63-0F6C-35BBD264D48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74AFDC0-B520-5732-7B38-07223CF1E3E4}"/>
              </a:ext>
            </a:extLst>
          </p:cNvPr>
          <p:cNvSpPr>
            <a:spLocks noGrp="1"/>
          </p:cNvSpPr>
          <p:nvPr>
            <p:ph type="dt" sz="half" idx="10"/>
          </p:nvPr>
        </p:nvSpPr>
        <p:spPr/>
        <p:txBody>
          <a:bodyPr/>
          <a:lstStyle/>
          <a:p>
            <a:fld id="{2EBCEDB6-0DA7-4FBD-9BCE-B544E9EE0D77}" type="datetimeFigureOut">
              <a:rPr lang="en-US" smtClean="0"/>
              <a:t>4/9/2026</a:t>
            </a:fld>
            <a:endParaRPr lang="en-US"/>
          </a:p>
        </p:txBody>
      </p:sp>
      <p:sp>
        <p:nvSpPr>
          <p:cNvPr id="6" name="Footer Placeholder 5">
            <a:extLst>
              <a:ext uri="{FF2B5EF4-FFF2-40B4-BE49-F238E27FC236}">
                <a16:creationId xmlns:a16="http://schemas.microsoft.com/office/drawing/2014/main" id="{1CDA8ACA-F264-508A-CE3A-A7F65CADCAA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C95A37-50F5-3E41-A0A4-5CEB6232DD23}"/>
              </a:ext>
            </a:extLst>
          </p:cNvPr>
          <p:cNvSpPr>
            <a:spLocks noGrp="1"/>
          </p:cNvSpPr>
          <p:nvPr>
            <p:ph type="sldNum" sz="quarter" idx="12"/>
          </p:nvPr>
        </p:nvSpPr>
        <p:spPr/>
        <p:txBody>
          <a:bodyPr/>
          <a:lstStyle/>
          <a:p>
            <a:fld id="{A0FBC1D7-BAEC-4A00-AB27-E8AA9E064719}" type="slidenum">
              <a:rPr lang="en-US" smtClean="0"/>
              <a:t>‹#›</a:t>
            </a:fld>
            <a:endParaRPr lang="en-US"/>
          </a:p>
        </p:txBody>
      </p:sp>
    </p:spTree>
    <p:extLst>
      <p:ext uri="{BB962C8B-B14F-4D97-AF65-F5344CB8AC3E}">
        <p14:creationId xmlns:p14="http://schemas.microsoft.com/office/powerpoint/2010/main" val="1064071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FD2240-9DB9-47CE-8379-3AD6152585D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8FA31DC-1F1A-588E-E20F-83895DABC86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6F0AB12-AA82-A549-F43E-F7559EE013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A55A47D-6694-5073-2961-86943BD1D3A4}"/>
              </a:ext>
            </a:extLst>
          </p:cNvPr>
          <p:cNvSpPr>
            <a:spLocks noGrp="1"/>
          </p:cNvSpPr>
          <p:nvPr>
            <p:ph type="dt" sz="half" idx="10"/>
          </p:nvPr>
        </p:nvSpPr>
        <p:spPr/>
        <p:txBody>
          <a:bodyPr/>
          <a:lstStyle/>
          <a:p>
            <a:fld id="{2EBCEDB6-0DA7-4FBD-9BCE-B544E9EE0D77}" type="datetimeFigureOut">
              <a:rPr lang="en-US" smtClean="0"/>
              <a:t>4/9/2026</a:t>
            </a:fld>
            <a:endParaRPr lang="en-US"/>
          </a:p>
        </p:txBody>
      </p:sp>
      <p:sp>
        <p:nvSpPr>
          <p:cNvPr id="6" name="Footer Placeholder 5">
            <a:extLst>
              <a:ext uri="{FF2B5EF4-FFF2-40B4-BE49-F238E27FC236}">
                <a16:creationId xmlns:a16="http://schemas.microsoft.com/office/drawing/2014/main" id="{A432EE99-D460-7569-18E2-A65A319CDAD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8A1A476-B7DA-DF1F-3C77-CAC651C7F320}"/>
              </a:ext>
            </a:extLst>
          </p:cNvPr>
          <p:cNvSpPr>
            <a:spLocks noGrp="1"/>
          </p:cNvSpPr>
          <p:nvPr>
            <p:ph type="sldNum" sz="quarter" idx="12"/>
          </p:nvPr>
        </p:nvSpPr>
        <p:spPr/>
        <p:txBody>
          <a:bodyPr/>
          <a:lstStyle/>
          <a:p>
            <a:fld id="{A0FBC1D7-BAEC-4A00-AB27-E8AA9E064719}" type="slidenum">
              <a:rPr lang="en-US" smtClean="0"/>
              <a:t>‹#›</a:t>
            </a:fld>
            <a:endParaRPr lang="en-US"/>
          </a:p>
        </p:txBody>
      </p:sp>
    </p:spTree>
    <p:extLst>
      <p:ext uri="{BB962C8B-B14F-4D97-AF65-F5344CB8AC3E}">
        <p14:creationId xmlns:p14="http://schemas.microsoft.com/office/powerpoint/2010/main" val="20975563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37F429-8CD8-0A99-944F-FAAD3DEE8C1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C5FB635-94E2-ACCC-3D29-54C8A72669C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F5D8AE-E7F2-9E51-CD33-1EFA4B379B1E}"/>
              </a:ext>
            </a:extLst>
          </p:cNvPr>
          <p:cNvSpPr>
            <a:spLocks noGrp="1"/>
          </p:cNvSpPr>
          <p:nvPr>
            <p:ph type="dt" sz="half" idx="10"/>
          </p:nvPr>
        </p:nvSpPr>
        <p:spPr/>
        <p:txBody>
          <a:bodyPr/>
          <a:lstStyle/>
          <a:p>
            <a:fld id="{2EBCEDB6-0DA7-4FBD-9BCE-B544E9EE0D77}" type="datetimeFigureOut">
              <a:rPr lang="en-US" smtClean="0"/>
              <a:t>4/9/2026</a:t>
            </a:fld>
            <a:endParaRPr lang="en-US"/>
          </a:p>
        </p:txBody>
      </p:sp>
      <p:sp>
        <p:nvSpPr>
          <p:cNvPr id="5" name="Footer Placeholder 4">
            <a:extLst>
              <a:ext uri="{FF2B5EF4-FFF2-40B4-BE49-F238E27FC236}">
                <a16:creationId xmlns:a16="http://schemas.microsoft.com/office/drawing/2014/main" id="{FA73F7B3-FB91-9FD1-7A34-098F80BE6E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587877-29F4-1363-02B8-36E548A95AF8}"/>
              </a:ext>
            </a:extLst>
          </p:cNvPr>
          <p:cNvSpPr>
            <a:spLocks noGrp="1"/>
          </p:cNvSpPr>
          <p:nvPr>
            <p:ph type="sldNum" sz="quarter" idx="12"/>
          </p:nvPr>
        </p:nvSpPr>
        <p:spPr/>
        <p:txBody>
          <a:bodyPr/>
          <a:lstStyle/>
          <a:p>
            <a:fld id="{A0FBC1D7-BAEC-4A00-AB27-E8AA9E064719}" type="slidenum">
              <a:rPr lang="en-US" smtClean="0"/>
              <a:t>‹#›</a:t>
            </a:fld>
            <a:endParaRPr lang="en-US"/>
          </a:p>
        </p:txBody>
      </p:sp>
    </p:spTree>
    <p:extLst>
      <p:ext uri="{BB962C8B-B14F-4D97-AF65-F5344CB8AC3E}">
        <p14:creationId xmlns:p14="http://schemas.microsoft.com/office/powerpoint/2010/main" val="23888435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B7FB7B8-5B26-9BB1-E87E-080A28D395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9765A7F-8BB5-0F0F-689C-5032839744B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09DBBE3-215D-3AD0-F18F-6F225A1F4E1C}"/>
              </a:ext>
            </a:extLst>
          </p:cNvPr>
          <p:cNvSpPr>
            <a:spLocks noGrp="1"/>
          </p:cNvSpPr>
          <p:nvPr>
            <p:ph type="dt" sz="half" idx="10"/>
          </p:nvPr>
        </p:nvSpPr>
        <p:spPr/>
        <p:txBody>
          <a:bodyPr/>
          <a:lstStyle/>
          <a:p>
            <a:fld id="{2EBCEDB6-0DA7-4FBD-9BCE-B544E9EE0D77}" type="datetimeFigureOut">
              <a:rPr lang="en-US" smtClean="0"/>
              <a:t>4/9/2026</a:t>
            </a:fld>
            <a:endParaRPr lang="en-US"/>
          </a:p>
        </p:txBody>
      </p:sp>
      <p:sp>
        <p:nvSpPr>
          <p:cNvPr id="5" name="Footer Placeholder 4">
            <a:extLst>
              <a:ext uri="{FF2B5EF4-FFF2-40B4-BE49-F238E27FC236}">
                <a16:creationId xmlns:a16="http://schemas.microsoft.com/office/drawing/2014/main" id="{6E38A157-23F4-D670-6288-12B82454DB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E19BFF-217F-C176-CFD7-93159F19B433}"/>
              </a:ext>
            </a:extLst>
          </p:cNvPr>
          <p:cNvSpPr>
            <a:spLocks noGrp="1"/>
          </p:cNvSpPr>
          <p:nvPr>
            <p:ph type="sldNum" sz="quarter" idx="12"/>
          </p:nvPr>
        </p:nvSpPr>
        <p:spPr/>
        <p:txBody>
          <a:bodyPr/>
          <a:lstStyle/>
          <a:p>
            <a:fld id="{A0FBC1D7-BAEC-4A00-AB27-E8AA9E064719}" type="slidenum">
              <a:rPr lang="en-US" smtClean="0"/>
              <a:t>‹#›</a:t>
            </a:fld>
            <a:endParaRPr lang="en-US"/>
          </a:p>
        </p:txBody>
      </p:sp>
    </p:spTree>
    <p:extLst>
      <p:ext uri="{BB962C8B-B14F-4D97-AF65-F5344CB8AC3E}">
        <p14:creationId xmlns:p14="http://schemas.microsoft.com/office/powerpoint/2010/main" val="39319365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4C05310-52F8-F6E8-1D8D-C2357551447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50FF7E7-B539-2614-E96C-FD4DFEC7289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AAEFB6-3874-221F-9B42-B9C4416FCEA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EBCEDB6-0DA7-4FBD-9BCE-B544E9EE0D77}" type="datetimeFigureOut">
              <a:rPr lang="en-US" smtClean="0"/>
              <a:t>4/9/2026</a:t>
            </a:fld>
            <a:endParaRPr lang="en-US"/>
          </a:p>
        </p:txBody>
      </p:sp>
      <p:sp>
        <p:nvSpPr>
          <p:cNvPr id="5" name="Footer Placeholder 4">
            <a:extLst>
              <a:ext uri="{FF2B5EF4-FFF2-40B4-BE49-F238E27FC236}">
                <a16:creationId xmlns:a16="http://schemas.microsoft.com/office/drawing/2014/main" id="{C1701E3C-5EEC-D13B-E7A6-2EBEBC41AE0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DD2BDB-7727-9B82-D6C2-D80CBDFB269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0FBC1D7-BAEC-4A00-AB27-E8AA9E064719}" type="slidenum">
              <a:rPr lang="en-US" smtClean="0"/>
              <a:t>‹#›</a:t>
            </a:fld>
            <a:endParaRPr lang="en-US"/>
          </a:p>
        </p:txBody>
      </p:sp>
    </p:spTree>
    <p:extLst>
      <p:ext uri="{BB962C8B-B14F-4D97-AF65-F5344CB8AC3E}">
        <p14:creationId xmlns:p14="http://schemas.microsoft.com/office/powerpoint/2010/main" val="4094795840"/>
      </p:ext>
    </p:extLst>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3896A03-3945-419A-B66B-4EE266EDD1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 y="-1"/>
            <a:ext cx="12191990" cy="374259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3E004C6-7948-11D0-6EDF-F46265BC8A8C}"/>
              </a:ext>
            </a:extLst>
          </p:cNvPr>
          <p:cNvSpPr>
            <a:spLocks noGrp="1"/>
          </p:cNvSpPr>
          <p:nvPr>
            <p:ph type="ctrTitle"/>
          </p:nvPr>
        </p:nvSpPr>
        <p:spPr>
          <a:xfrm>
            <a:off x="1155558" y="637763"/>
            <a:ext cx="9889797" cy="2874471"/>
          </a:xfrm>
        </p:spPr>
        <p:txBody>
          <a:bodyPr anchor="ctr">
            <a:normAutofit/>
          </a:bodyPr>
          <a:lstStyle/>
          <a:p>
            <a:pPr algn="l"/>
            <a:r>
              <a:rPr lang="en-US" sz="8000" b="1" dirty="0">
                <a:solidFill>
                  <a:schemeClr val="bg1"/>
                </a:solidFill>
              </a:rPr>
              <a:t>Project Checkpoint</a:t>
            </a:r>
            <a:endParaRPr lang="en-US" sz="8000" dirty="0">
              <a:solidFill>
                <a:schemeClr val="bg1"/>
              </a:solidFill>
            </a:endParaRPr>
          </a:p>
        </p:txBody>
      </p:sp>
      <p:sp>
        <p:nvSpPr>
          <p:cNvPr id="10" name="Rectangle 9">
            <a:extLst>
              <a:ext uri="{FF2B5EF4-FFF2-40B4-BE49-F238E27FC236}">
                <a16:creationId xmlns:a16="http://schemas.microsoft.com/office/drawing/2014/main" id="{B34F5AD2-EDBD-4BBD-A55C-EAFFD0C709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 y="3742597"/>
            <a:ext cx="12191990" cy="311540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D5947380-319D-21FA-B1EE-32BA3B4F84F6}"/>
              </a:ext>
            </a:extLst>
          </p:cNvPr>
          <p:cNvSpPr>
            <a:spLocks noGrp="1"/>
          </p:cNvSpPr>
          <p:nvPr>
            <p:ph type="subTitle" idx="1"/>
          </p:nvPr>
        </p:nvSpPr>
        <p:spPr>
          <a:xfrm>
            <a:off x="1155558" y="4307684"/>
            <a:ext cx="9544153" cy="1906846"/>
          </a:xfrm>
        </p:spPr>
        <p:txBody>
          <a:bodyPr anchor="t">
            <a:normAutofit/>
          </a:bodyPr>
          <a:lstStyle/>
          <a:p>
            <a:pPr algn="l"/>
            <a:r>
              <a:rPr lang="en-US" sz="3200" dirty="0"/>
              <a:t>Jaydon Debus and Philipp </a:t>
            </a:r>
            <a:r>
              <a:rPr lang="en-US" sz="3200" dirty="0" err="1"/>
              <a:t>Kouterguine</a:t>
            </a:r>
            <a:endParaRPr lang="en-US" sz="3200" dirty="0"/>
          </a:p>
          <a:p>
            <a:pPr algn="l"/>
            <a:endParaRPr lang="en-US" sz="3200" dirty="0"/>
          </a:p>
        </p:txBody>
      </p:sp>
      <p:sp>
        <p:nvSpPr>
          <p:cNvPr id="12" name="Rectangle 11">
            <a:extLst>
              <a:ext uri="{FF2B5EF4-FFF2-40B4-BE49-F238E27FC236}">
                <a16:creationId xmlns:a16="http://schemas.microsoft.com/office/drawing/2014/main" id="{6832F003-FCA6-4CFB-A2EA-308F3AA257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61180" y="4101097"/>
            <a:ext cx="457200" cy="4572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978962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2999B89-DD72-9E82-4219-F0594B6315A0}"/>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59A4CE2E-005A-735B-5512-E2F10D7C5A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 y="-5705"/>
            <a:ext cx="12191990" cy="1694346"/>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5F9B605-1A9F-CB57-4FAC-89A3C5A1BE87}"/>
              </a:ext>
            </a:extLst>
          </p:cNvPr>
          <p:cNvSpPr>
            <a:spLocks noGrp="1"/>
          </p:cNvSpPr>
          <p:nvPr>
            <p:ph type="title"/>
          </p:nvPr>
        </p:nvSpPr>
        <p:spPr>
          <a:xfrm>
            <a:off x="1156851" y="637762"/>
            <a:ext cx="9888496" cy="900131"/>
          </a:xfrm>
        </p:spPr>
        <p:txBody>
          <a:bodyPr anchor="t">
            <a:normAutofit/>
          </a:bodyPr>
          <a:lstStyle/>
          <a:p>
            <a:r>
              <a:rPr lang="en-US" sz="4000" b="1" dirty="0">
                <a:solidFill>
                  <a:schemeClr val="bg1"/>
                </a:solidFill>
                <a:effectLst/>
              </a:rPr>
              <a:t>Problem Statement</a:t>
            </a:r>
            <a:endParaRPr lang="en-US" sz="4000" dirty="0">
              <a:solidFill>
                <a:schemeClr val="bg1"/>
              </a:solidFill>
            </a:endParaRPr>
          </a:p>
        </p:txBody>
      </p:sp>
      <p:sp>
        <p:nvSpPr>
          <p:cNvPr id="10" name="Rectangle 9">
            <a:extLst>
              <a:ext uri="{FF2B5EF4-FFF2-40B4-BE49-F238E27FC236}">
                <a16:creationId xmlns:a16="http://schemas.microsoft.com/office/drawing/2014/main" id="{C1622F25-96F5-E1EC-EF69-28330382A0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688641"/>
            <a:ext cx="12191990" cy="516935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E669FC4-B681-B71C-94F5-2CC3F6E9CB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851" y="2010758"/>
            <a:ext cx="457190"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DE0D976-2421-403C-62F8-93DF605B927A}"/>
              </a:ext>
            </a:extLst>
          </p:cNvPr>
          <p:cNvSpPr>
            <a:spLocks noGrp="1"/>
          </p:cNvSpPr>
          <p:nvPr>
            <p:ph idx="1"/>
          </p:nvPr>
        </p:nvSpPr>
        <p:spPr>
          <a:xfrm>
            <a:off x="1155548" y="2217343"/>
            <a:ext cx="9880893" cy="3959619"/>
          </a:xfrm>
        </p:spPr>
        <p:txBody>
          <a:bodyPr>
            <a:normAutofit/>
          </a:bodyPr>
          <a:lstStyle/>
          <a:p>
            <a:r>
              <a:rPr lang="en-US" sz="2000" dirty="0"/>
              <a:t>Ecommerce platforms generate millions of customer reviews daily, yet manually analyzing this volume of feedback is infeasible for businesses.</a:t>
            </a:r>
          </a:p>
          <a:p>
            <a:r>
              <a:rPr lang="en-US" sz="2000" dirty="0"/>
              <a:t>Traditional single-machine tools cannot efficiently process datasets at this scale.</a:t>
            </a:r>
          </a:p>
          <a:p>
            <a:r>
              <a:rPr lang="en-US" sz="2000" dirty="0"/>
              <a:t> This project leverages </a:t>
            </a:r>
            <a:r>
              <a:rPr lang="en-US" sz="2000" b="1" dirty="0"/>
              <a:t>Apache Spark on a distributed computing setup </a:t>
            </a:r>
            <a:r>
              <a:rPr lang="en-US" sz="2000" dirty="0"/>
              <a:t>to perform sentiment analysis on 14.3 million Amazon Grocery &amp; Gourmet Food reviews</a:t>
            </a:r>
          </a:p>
          <a:p>
            <a:r>
              <a:rPr lang="en-US" sz="2000" dirty="0"/>
              <a:t>Our project demonstrates technology businesses can use to automatically classify customer sentiment and extract insights at scale.</a:t>
            </a:r>
          </a:p>
        </p:txBody>
      </p:sp>
    </p:spTree>
    <p:extLst>
      <p:ext uri="{BB962C8B-B14F-4D97-AF65-F5344CB8AC3E}">
        <p14:creationId xmlns:p14="http://schemas.microsoft.com/office/powerpoint/2010/main" val="4270197171"/>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0DFC902-7D23-471A-B557-B6B6917D7A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 y="-5705"/>
            <a:ext cx="12191990" cy="1694346"/>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BBCB994-E07E-0FE2-04AE-CEC3747A5731}"/>
              </a:ext>
            </a:extLst>
          </p:cNvPr>
          <p:cNvSpPr>
            <a:spLocks noGrp="1"/>
          </p:cNvSpPr>
          <p:nvPr>
            <p:ph type="title"/>
          </p:nvPr>
        </p:nvSpPr>
        <p:spPr>
          <a:xfrm>
            <a:off x="1156851" y="637762"/>
            <a:ext cx="9888496" cy="900131"/>
          </a:xfrm>
        </p:spPr>
        <p:txBody>
          <a:bodyPr anchor="t">
            <a:normAutofit/>
          </a:bodyPr>
          <a:lstStyle/>
          <a:p>
            <a:r>
              <a:rPr lang="en-US" sz="4000" b="1">
                <a:solidFill>
                  <a:schemeClr val="bg1"/>
                </a:solidFill>
                <a:effectLst/>
              </a:rPr>
              <a:t>Dataset Acquisition &amp; Preprocessing</a:t>
            </a:r>
            <a:endParaRPr lang="en-US" sz="4000">
              <a:solidFill>
                <a:schemeClr val="bg1"/>
              </a:solidFill>
            </a:endParaRPr>
          </a:p>
        </p:txBody>
      </p:sp>
      <p:sp>
        <p:nvSpPr>
          <p:cNvPr id="10" name="Rectangle 9">
            <a:extLst>
              <a:ext uri="{FF2B5EF4-FFF2-40B4-BE49-F238E27FC236}">
                <a16:creationId xmlns:a16="http://schemas.microsoft.com/office/drawing/2014/main" id="{A55D5633-D557-4DCA-982C-FF36EB7A1C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688641"/>
            <a:ext cx="12191990" cy="516935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50D3AD2-FA80-415F-A9CE-54D884561C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851" y="2010758"/>
            <a:ext cx="457190"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0C21D757-5517-1AEC-8A91-B14507821641}"/>
              </a:ext>
            </a:extLst>
          </p:cNvPr>
          <p:cNvSpPr>
            <a:spLocks noGrp="1"/>
          </p:cNvSpPr>
          <p:nvPr>
            <p:ph idx="1"/>
          </p:nvPr>
        </p:nvSpPr>
        <p:spPr>
          <a:xfrm>
            <a:off x="1155548" y="2217343"/>
            <a:ext cx="9880893" cy="3959619"/>
          </a:xfrm>
        </p:spPr>
        <p:txBody>
          <a:bodyPr>
            <a:normAutofit lnSpcReduction="10000"/>
          </a:bodyPr>
          <a:lstStyle/>
          <a:p>
            <a:r>
              <a:rPr lang="en-US" sz="2000" dirty="0">
                <a:effectLst/>
              </a:rPr>
              <a:t>We are utilizing the Amazon Reviews 2023 dataset. </a:t>
            </a:r>
            <a:r>
              <a:rPr lang="en-US" sz="2000" dirty="0"/>
              <a:t>Specifically,</a:t>
            </a:r>
            <a:r>
              <a:rPr lang="en-US" sz="2000" dirty="0">
                <a:effectLst/>
              </a:rPr>
              <a:t> the "Grocery and Gourmet Food" category, which contains approximately 14.3 million reviews. </a:t>
            </a:r>
          </a:p>
          <a:p>
            <a:r>
              <a:rPr lang="en-US" sz="2000" dirty="0"/>
              <a:t>W</a:t>
            </a:r>
            <a:r>
              <a:rPr lang="en-US" sz="2000" dirty="0">
                <a:effectLst/>
              </a:rPr>
              <a:t>e implemented a streaming data approach using the Hugging Face datasets library and API. This allows us to pull data directly into our Spark environment without requiring bucket storage for the raw 5.97 GB JSON file.</a:t>
            </a:r>
          </a:p>
          <a:p>
            <a:r>
              <a:rPr lang="en-US" sz="2000" dirty="0">
                <a:effectLst/>
              </a:rPr>
              <a:t>The preprocessing pipeline has been implemented in </a:t>
            </a:r>
            <a:r>
              <a:rPr lang="en-US" sz="2000" dirty="0" err="1">
                <a:effectLst/>
              </a:rPr>
              <a:t>PySpark</a:t>
            </a:r>
            <a:r>
              <a:rPr lang="en-US" sz="2000" dirty="0">
                <a:effectLst/>
              </a:rPr>
              <a:t> and includes the following steps:</a:t>
            </a:r>
          </a:p>
          <a:p>
            <a:pPr lvl="1"/>
            <a:r>
              <a:rPr lang="en-US" sz="2000" b="1" dirty="0">
                <a:effectLst/>
              </a:rPr>
              <a:t>Filtering: </a:t>
            </a:r>
            <a:r>
              <a:rPr lang="en-US" sz="2000" dirty="0">
                <a:effectLst/>
              </a:rPr>
              <a:t>Neutral reviews (3.0-star ratings) are removed to frame the problem as a clear binary classification task.</a:t>
            </a:r>
          </a:p>
          <a:p>
            <a:pPr lvl="1"/>
            <a:r>
              <a:rPr lang="en-US" sz="2000" b="1" dirty="0">
                <a:effectLst/>
              </a:rPr>
              <a:t>Label Creation: </a:t>
            </a:r>
            <a:r>
              <a:rPr lang="en-US" sz="2000" dirty="0">
                <a:effectLst/>
              </a:rPr>
              <a:t>Star ratings of 4.0 and 5.0 are mapped to a positive sentiment label (1), while ratings of 1.0 and 2.0 are mapped to a negative sentiment label (0).</a:t>
            </a:r>
          </a:p>
          <a:p>
            <a:pPr lvl="1"/>
            <a:r>
              <a:rPr lang="en-US" sz="2000" b="1" dirty="0">
                <a:effectLst/>
              </a:rPr>
              <a:t>Text Cleaning:</a:t>
            </a:r>
            <a:r>
              <a:rPr lang="en-US" sz="2000" dirty="0">
                <a:effectLst/>
              </a:rPr>
              <a:t> All review text is converted to lowercase and stripped of punctuation using regular expressions to prepare it for tokenization.</a:t>
            </a:r>
            <a:endParaRPr lang="en-US" sz="2000" dirty="0"/>
          </a:p>
        </p:txBody>
      </p:sp>
    </p:spTree>
    <p:extLst>
      <p:ext uri="{BB962C8B-B14F-4D97-AF65-F5344CB8AC3E}">
        <p14:creationId xmlns:p14="http://schemas.microsoft.com/office/powerpoint/2010/main" val="21172155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0DFC902-7D23-471A-B557-B6B6917D7A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 y="-5705"/>
            <a:ext cx="12191990" cy="1694346"/>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D7A4EC0-FFA2-799D-F713-DB261553C099}"/>
              </a:ext>
            </a:extLst>
          </p:cNvPr>
          <p:cNvSpPr>
            <a:spLocks noGrp="1"/>
          </p:cNvSpPr>
          <p:nvPr>
            <p:ph type="title"/>
          </p:nvPr>
        </p:nvSpPr>
        <p:spPr>
          <a:xfrm>
            <a:off x="1156851" y="637762"/>
            <a:ext cx="9888496" cy="900131"/>
          </a:xfrm>
        </p:spPr>
        <p:txBody>
          <a:bodyPr anchor="t">
            <a:noAutofit/>
          </a:bodyPr>
          <a:lstStyle/>
          <a:p>
            <a:r>
              <a:rPr lang="en-US" sz="4000" b="1" dirty="0">
                <a:solidFill>
                  <a:schemeClr val="bg1"/>
                </a:solidFill>
                <a:effectLst/>
              </a:rPr>
              <a:t>Cluster Setup &amp; Configuration</a:t>
            </a:r>
            <a:endParaRPr lang="en-US" sz="4000" dirty="0">
              <a:solidFill>
                <a:schemeClr val="bg1"/>
              </a:solidFill>
            </a:endParaRPr>
          </a:p>
        </p:txBody>
      </p:sp>
      <p:sp>
        <p:nvSpPr>
          <p:cNvPr id="10" name="Rectangle 9">
            <a:extLst>
              <a:ext uri="{FF2B5EF4-FFF2-40B4-BE49-F238E27FC236}">
                <a16:creationId xmlns:a16="http://schemas.microsoft.com/office/drawing/2014/main" id="{A55D5633-D557-4DCA-982C-FF36EB7A1C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688641"/>
            <a:ext cx="12191990" cy="516935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50D3AD2-FA80-415F-A9CE-54D884561C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851" y="2010758"/>
            <a:ext cx="457190"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E0B4026-EE2A-AC15-844D-5E6A80793389}"/>
              </a:ext>
            </a:extLst>
          </p:cNvPr>
          <p:cNvSpPr>
            <a:spLocks noGrp="1"/>
          </p:cNvSpPr>
          <p:nvPr>
            <p:ph idx="1"/>
          </p:nvPr>
        </p:nvSpPr>
        <p:spPr>
          <a:xfrm>
            <a:off x="1155548" y="2217343"/>
            <a:ext cx="9880893" cy="3959619"/>
          </a:xfrm>
        </p:spPr>
        <p:txBody>
          <a:bodyPr>
            <a:normAutofit fontScale="92500" lnSpcReduction="20000"/>
          </a:bodyPr>
          <a:lstStyle/>
          <a:p>
            <a:r>
              <a:rPr lang="en-US" sz="2000" dirty="0">
                <a:effectLst/>
              </a:rPr>
              <a:t>The distributed computing environment has been created on the </a:t>
            </a:r>
            <a:r>
              <a:rPr lang="en-US" sz="2000" b="1" dirty="0">
                <a:effectLst/>
              </a:rPr>
              <a:t>Google Cloud Platform (GCP). </a:t>
            </a:r>
            <a:r>
              <a:rPr lang="en-US" sz="2000" dirty="0">
                <a:effectLst/>
              </a:rPr>
              <a:t>The system utilizes a </a:t>
            </a:r>
            <a:r>
              <a:rPr lang="en-US" sz="2000" dirty="0" err="1">
                <a:effectLst/>
              </a:rPr>
              <a:t>Dataproc</a:t>
            </a:r>
            <a:r>
              <a:rPr lang="en-US" sz="2000" dirty="0">
                <a:effectLst/>
              </a:rPr>
              <a:t> cluster configured specifically to handle the memory demands of the Spark ML pipeline.</a:t>
            </a:r>
          </a:p>
          <a:p>
            <a:r>
              <a:rPr lang="en-US" sz="2000" dirty="0">
                <a:effectLst/>
              </a:rPr>
              <a:t>The cluster specifications are as follows:</a:t>
            </a:r>
          </a:p>
          <a:p>
            <a:pPr lvl="1"/>
            <a:r>
              <a:rPr lang="en-US" sz="2000" b="1" dirty="0">
                <a:effectLst/>
              </a:rPr>
              <a:t>Framework</a:t>
            </a:r>
            <a:r>
              <a:rPr lang="en-US" sz="2000" dirty="0">
                <a:effectLst/>
              </a:rPr>
              <a:t>: Managed Apache Spark via GCP </a:t>
            </a:r>
            <a:r>
              <a:rPr lang="en-US" sz="2000" dirty="0" err="1">
                <a:effectLst/>
              </a:rPr>
              <a:t>Dataproc</a:t>
            </a:r>
            <a:endParaRPr lang="en-US" sz="2000" dirty="0">
              <a:effectLst/>
            </a:endParaRPr>
          </a:p>
          <a:p>
            <a:pPr lvl="1"/>
            <a:r>
              <a:rPr lang="en-US" sz="2000" b="1" dirty="0">
                <a:effectLst/>
              </a:rPr>
              <a:t>Architecture</a:t>
            </a:r>
            <a:r>
              <a:rPr lang="en-US" sz="2000" dirty="0">
                <a:effectLst/>
              </a:rPr>
              <a:t>: Single Node (Master acting as worker)</a:t>
            </a:r>
          </a:p>
          <a:p>
            <a:pPr lvl="1"/>
            <a:r>
              <a:rPr lang="en-US" sz="2000" b="1" dirty="0">
                <a:effectLst/>
              </a:rPr>
              <a:t>Machine Type</a:t>
            </a:r>
            <a:r>
              <a:rPr lang="en-US" sz="2000" dirty="0">
                <a:effectLst/>
              </a:rPr>
              <a:t>: </a:t>
            </a:r>
            <a:r>
              <a:rPr lang="en-US" sz="2000" u="sng" dirty="0">
                <a:effectLst/>
              </a:rPr>
              <a:t>n1-standard-4</a:t>
            </a:r>
            <a:r>
              <a:rPr lang="en-US" sz="2000" dirty="0">
                <a:effectLst/>
              </a:rPr>
              <a:t> (4 vCPUs, 15 GB RAM)</a:t>
            </a:r>
          </a:p>
          <a:p>
            <a:pPr lvl="1"/>
            <a:r>
              <a:rPr lang="en-US" sz="2000" b="1" dirty="0">
                <a:effectLst/>
              </a:rPr>
              <a:t>Networking</a:t>
            </a:r>
            <a:r>
              <a:rPr lang="en-US" sz="2000" dirty="0">
                <a:effectLst/>
              </a:rPr>
              <a:t>: Cloud NAT Gateway configured to allow external API access for data streaming.</a:t>
            </a:r>
          </a:p>
          <a:p>
            <a:pPr lvl="1"/>
            <a:r>
              <a:rPr lang="en-US" sz="2000" b="1" dirty="0">
                <a:effectLst/>
              </a:rPr>
              <a:t>Programming Language: </a:t>
            </a:r>
            <a:r>
              <a:rPr lang="en-US" sz="2000" dirty="0">
                <a:effectLst/>
              </a:rPr>
              <a:t>Python</a:t>
            </a:r>
          </a:p>
          <a:p>
            <a:pPr lvl="1"/>
            <a:r>
              <a:rPr lang="en-US" sz="2000" b="1" dirty="0">
                <a:effectLst/>
              </a:rPr>
              <a:t>Development</a:t>
            </a:r>
            <a:r>
              <a:rPr lang="en-US" sz="2000" dirty="0">
                <a:effectLst/>
              </a:rPr>
              <a:t> </a:t>
            </a:r>
            <a:r>
              <a:rPr lang="en-US" sz="2000" b="1" dirty="0">
                <a:effectLst/>
              </a:rPr>
              <a:t>Environment</a:t>
            </a:r>
            <a:r>
              <a:rPr lang="en-US" sz="2000" dirty="0">
                <a:effectLst/>
              </a:rPr>
              <a:t>: </a:t>
            </a:r>
            <a:r>
              <a:rPr lang="en-US" sz="2000" dirty="0" err="1">
                <a:effectLst/>
              </a:rPr>
              <a:t>JupyterLab</a:t>
            </a:r>
            <a:r>
              <a:rPr lang="en-US" sz="2000" dirty="0">
                <a:effectLst/>
              </a:rPr>
              <a:t> (Via component gateway)</a:t>
            </a:r>
            <a:endParaRPr lang="en-US" sz="2000" dirty="0"/>
          </a:p>
          <a:p>
            <a:r>
              <a:rPr lang="en-US" sz="2200" dirty="0">
                <a:effectLst/>
              </a:rPr>
              <a:t>This configuration successfully resolved initial JVM out-of-memory errors initially encountered during early testing. This current setup provides sufficient headroom for the TF-IDF feature extraction process.</a:t>
            </a:r>
            <a:endParaRPr lang="en-US" sz="2200" dirty="0"/>
          </a:p>
        </p:txBody>
      </p:sp>
    </p:spTree>
    <p:extLst>
      <p:ext uri="{BB962C8B-B14F-4D97-AF65-F5344CB8AC3E}">
        <p14:creationId xmlns:p14="http://schemas.microsoft.com/office/powerpoint/2010/main" val="31117794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0DFC902-7D23-471A-B557-B6B6917D7A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 y="-5705"/>
            <a:ext cx="12191990" cy="1694346"/>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E2930C7-1ECF-D75B-9AD2-E908E94FDBA5}"/>
              </a:ext>
            </a:extLst>
          </p:cNvPr>
          <p:cNvSpPr>
            <a:spLocks noGrp="1"/>
          </p:cNvSpPr>
          <p:nvPr>
            <p:ph type="title"/>
          </p:nvPr>
        </p:nvSpPr>
        <p:spPr>
          <a:xfrm>
            <a:off x="1156851" y="637762"/>
            <a:ext cx="9888496" cy="900131"/>
          </a:xfrm>
        </p:spPr>
        <p:txBody>
          <a:bodyPr anchor="t">
            <a:normAutofit/>
          </a:bodyPr>
          <a:lstStyle/>
          <a:p>
            <a:r>
              <a:rPr lang="en-US" sz="4000" b="1">
                <a:solidFill>
                  <a:schemeClr val="bg1"/>
                </a:solidFill>
              </a:rPr>
              <a:t>System Architecture</a:t>
            </a:r>
            <a:endParaRPr lang="en-US" sz="4000">
              <a:solidFill>
                <a:schemeClr val="bg1"/>
              </a:solidFill>
            </a:endParaRPr>
          </a:p>
        </p:txBody>
      </p:sp>
      <p:sp>
        <p:nvSpPr>
          <p:cNvPr id="13" name="Rectangle 12">
            <a:extLst>
              <a:ext uri="{FF2B5EF4-FFF2-40B4-BE49-F238E27FC236}">
                <a16:creationId xmlns:a16="http://schemas.microsoft.com/office/drawing/2014/main" id="{A55D5633-D557-4DCA-982C-FF36EB7A1C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688641"/>
            <a:ext cx="12191990" cy="516935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50D3AD2-FA80-415F-A9CE-54D884561C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851" y="2010758"/>
            <a:ext cx="457190"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Content Placeholder 17">
            <a:extLst>
              <a:ext uri="{FF2B5EF4-FFF2-40B4-BE49-F238E27FC236}">
                <a16:creationId xmlns:a16="http://schemas.microsoft.com/office/drawing/2014/main" id="{F2E2D063-41D9-AF54-57B3-02563BE7118E}"/>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981185" y="1145406"/>
            <a:ext cx="10053964" cy="5977289"/>
          </a:xfrm>
          <a:prstGeom prst="rect">
            <a:avLst/>
          </a:prstGeom>
        </p:spPr>
      </p:pic>
    </p:spTree>
    <p:extLst>
      <p:ext uri="{BB962C8B-B14F-4D97-AF65-F5344CB8AC3E}">
        <p14:creationId xmlns:p14="http://schemas.microsoft.com/office/powerpoint/2010/main" val="16894542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0DFC902-7D23-471A-B557-B6B6917D7A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 y="-5705"/>
            <a:ext cx="12191990" cy="1694346"/>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A84DE78-DDCD-1009-8A60-94DCBA1093C0}"/>
              </a:ext>
            </a:extLst>
          </p:cNvPr>
          <p:cNvSpPr>
            <a:spLocks noGrp="1"/>
          </p:cNvSpPr>
          <p:nvPr>
            <p:ph type="title"/>
          </p:nvPr>
        </p:nvSpPr>
        <p:spPr>
          <a:xfrm>
            <a:off x="1156851" y="637762"/>
            <a:ext cx="9888496" cy="900131"/>
          </a:xfrm>
        </p:spPr>
        <p:txBody>
          <a:bodyPr anchor="t">
            <a:normAutofit/>
          </a:bodyPr>
          <a:lstStyle/>
          <a:p>
            <a:r>
              <a:rPr lang="en-US" sz="4000" b="1" dirty="0">
                <a:solidFill>
                  <a:schemeClr val="bg1"/>
                </a:solidFill>
                <a:effectLst/>
              </a:rPr>
              <a:t>Preliminary Implementation &amp; Results</a:t>
            </a:r>
            <a:endParaRPr lang="en-US" sz="4000" dirty="0">
              <a:solidFill>
                <a:schemeClr val="bg1"/>
              </a:solidFill>
            </a:endParaRPr>
          </a:p>
        </p:txBody>
      </p:sp>
      <p:sp>
        <p:nvSpPr>
          <p:cNvPr id="10" name="Rectangle 9">
            <a:extLst>
              <a:ext uri="{FF2B5EF4-FFF2-40B4-BE49-F238E27FC236}">
                <a16:creationId xmlns:a16="http://schemas.microsoft.com/office/drawing/2014/main" id="{A55D5633-D557-4DCA-982C-FF36EB7A1C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688641"/>
            <a:ext cx="12191990" cy="516935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50D3AD2-FA80-415F-A9CE-54D884561C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851" y="2010758"/>
            <a:ext cx="457190"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0FE80B1D-93BB-8828-8BC6-0A5B044A6633}"/>
              </a:ext>
            </a:extLst>
          </p:cNvPr>
          <p:cNvSpPr>
            <a:spLocks noGrp="1"/>
          </p:cNvSpPr>
          <p:nvPr>
            <p:ph idx="1"/>
          </p:nvPr>
        </p:nvSpPr>
        <p:spPr>
          <a:xfrm>
            <a:off x="1155548" y="2217343"/>
            <a:ext cx="9880893" cy="3959619"/>
          </a:xfrm>
        </p:spPr>
        <p:txBody>
          <a:bodyPr>
            <a:normAutofit/>
          </a:bodyPr>
          <a:lstStyle/>
          <a:p>
            <a:r>
              <a:rPr lang="en-US" sz="2000" dirty="0">
                <a:effectLst/>
              </a:rPr>
              <a:t>The machine learning pipeline has been implemented and successfully executed end-to-end on subsets of the data. </a:t>
            </a:r>
          </a:p>
          <a:p>
            <a:r>
              <a:rPr lang="en-US" sz="2000" dirty="0">
                <a:effectLst/>
              </a:rPr>
              <a:t>The pipeline splits the preprocessed data into an 80% training set and a 20% testing set.</a:t>
            </a:r>
          </a:p>
          <a:p>
            <a:r>
              <a:rPr lang="en-US" sz="2000" dirty="0">
                <a:effectLst/>
              </a:rPr>
              <a:t>Preliminary experiments have yielded strong initial results. On a test run utilizing 250,000 reviews, the model achieved the following performance metrics:</a:t>
            </a:r>
          </a:p>
          <a:p>
            <a:pPr lvl="1"/>
            <a:r>
              <a:rPr lang="en-US" sz="2000" b="1" dirty="0">
                <a:effectLst/>
              </a:rPr>
              <a:t>Test</a:t>
            </a:r>
            <a:r>
              <a:rPr lang="en-US" sz="2000" dirty="0">
                <a:effectLst/>
              </a:rPr>
              <a:t> </a:t>
            </a:r>
            <a:r>
              <a:rPr lang="en-US" sz="2000" b="1" dirty="0">
                <a:effectLst/>
              </a:rPr>
              <a:t>Accuracy</a:t>
            </a:r>
            <a:r>
              <a:rPr lang="en-US" sz="2000" dirty="0">
                <a:effectLst/>
              </a:rPr>
              <a:t>: 92.82%</a:t>
            </a:r>
          </a:p>
          <a:p>
            <a:pPr lvl="1"/>
            <a:r>
              <a:rPr lang="en-US" sz="2000" b="1" dirty="0">
                <a:effectLst/>
              </a:rPr>
              <a:t>Test</a:t>
            </a:r>
            <a:r>
              <a:rPr lang="en-US" sz="2000" dirty="0">
                <a:effectLst/>
              </a:rPr>
              <a:t> </a:t>
            </a:r>
            <a:r>
              <a:rPr lang="en-US" sz="2000" b="1" dirty="0">
                <a:effectLst/>
              </a:rPr>
              <a:t>F1-Score</a:t>
            </a:r>
            <a:r>
              <a:rPr lang="en-US" sz="2000" dirty="0">
                <a:effectLst/>
              </a:rPr>
              <a:t>: 92.04%</a:t>
            </a:r>
          </a:p>
          <a:p>
            <a:r>
              <a:rPr lang="en-US" sz="2000" dirty="0"/>
              <a:t>T</a:t>
            </a:r>
            <a:r>
              <a:rPr lang="en-US" sz="2000" dirty="0">
                <a:effectLst/>
              </a:rPr>
              <a:t>he high F1-score confirms that the model is performing well across both positive and negative classes, rather than simply defaulting to the majority class.</a:t>
            </a:r>
            <a:endParaRPr lang="en-US" sz="2000" dirty="0"/>
          </a:p>
        </p:txBody>
      </p:sp>
    </p:spTree>
    <p:extLst>
      <p:ext uri="{BB962C8B-B14F-4D97-AF65-F5344CB8AC3E}">
        <p14:creationId xmlns:p14="http://schemas.microsoft.com/office/powerpoint/2010/main" val="37336308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463322C-0F34-FD24-6636-AE7D8FB17A37}"/>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67D203E6-75AA-21CB-61F2-40E7D4C507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 y="-5705"/>
            <a:ext cx="12191990" cy="1694346"/>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CA5F55B-5503-6FBF-DD58-663BA0195F00}"/>
              </a:ext>
            </a:extLst>
          </p:cNvPr>
          <p:cNvSpPr>
            <a:spLocks noGrp="1"/>
          </p:cNvSpPr>
          <p:nvPr>
            <p:ph type="title"/>
          </p:nvPr>
        </p:nvSpPr>
        <p:spPr>
          <a:xfrm>
            <a:off x="1156851" y="637762"/>
            <a:ext cx="9888496" cy="900131"/>
          </a:xfrm>
        </p:spPr>
        <p:txBody>
          <a:bodyPr anchor="t">
            <a:normAutofit/>
          </a:bodyPr>
          <a:lstStyle/>
          <a:p>
            <a:r>
              <a:rPr lang="en-US" sz="4000" b="1" dirty="0">
                <a:solidFill>
                  <a:schemeClr val="bg1"/>
                </a:solidFill>
                <a:effectLst/>
              </a:rPr>
              <a:t>Preliminary Implementation &amp; Results</a:t>
            </a:r>
            <a:endParaRPr lang="en-US" sz="4000" dirty="0">
              <a:solidFill>
                <a:schemeClr val="bg1"/>
              </a:solidFill>
            </a:endParaRPr>
          </a:p>
        </p:txBody>
      </p:sp>
      <p:sp>
        <p:nvSpPr>
          <p:cNvPr id="10" name="Rectangle 9">
            <a:extLst>
              <a:ext uri="{FF2B5EF4-FFF2-40B4-BE49-F238E27FC236}">
                <a16:creationId xmlns:a16="http://schemas.microsoft.com/office/drawing/2014/main" id="{96CFF0F8-7937-34A1-204E-8E17B632FD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688641"/>
            <a:ext cx="12191990" cy="516935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79844DA-27E4-88BC-01AC-8A881F4E11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851" y="2010758"/>
            <a:ext cx="457190"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a:extLst>
              <a:ext uri="{FF2B5EF4-FFF2-40B4-BE49-F238E27FC236}">
                <a16:creationId xmlns:a16="http://schemas.microsoft.com/office/drawing/2014/main" id="{4E01E423-710E-0F8A-050E-A80D965FC78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62293" y="2831040"/>
            <a:ext cx="11667403" cy="2884560"/>
          </a:xfrm>
          <a:prstGeom prst="rect">
            <a:avLst/>
          </a:prstGeom>
        </p:spPr>
      </p:pic>
    </p:spTree>
    <p:extLst>
      <p:ext uri="{BB962C8B-B14F-4D97-AF65-F5344CB8AC3E}">
        <p14:creationId xmlns:p14="http://schemas.microsoft.com/office/powerpoint/2010/main" val="104106026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8A1618E-47F8-5B4F-7B44-3558BD8FD230}"/>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99345380-361E-7F2B-DD02-8672038165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 y="-5705"/>
            <a:ext cx="12191990" cy="1694346"/>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6933061-5294-5344-72BB-E49078C8517C}"/>
              </a:ext>
            </a:extLst>
          </p:cNvPr>
          <p:cNvSpPr>
            <a:spLocks noGrp="1"/>
          </p:cNvSpPr>
          <p:nvPr>
            <p:ph type="title"/>
          </p:nvPr>
        </p:nvSpPr>
        <p:spPr>
          <a:xfrm>
            <a:off x="1156851" y="637762"/>
            <a:ext cx="9888496" cy="900131"/>
          </a:xfrm>
        </p:spPr>
        <p:txBody>
          <a:bodyPr anchor="t">
            <a:normAutofit/>
          </a:bodyPr>
          <a:lstStyle/>
          <a:p>
            <a:r>
              <a:rPr lang="en-US" sz="4000" b="1" dirty="0">
                <a:solidFill>
                  <a:schemeClr val="bg1"/>
                </a:solidFill>
                <a:effectLst/>
              </a:rPr>
              <a:t>Preliminary Implementation &amp; Results</a:t>
            </a:r>
            <a:endParaRPr lang="en-US" sz="4000" dirty="0">
              <a:solidFill>
                <a:schemeClr val="bg1"/>
              </a:solidFill>
            </a:endParaRPr>
          </a:p>
        </p:txBody>
      </p:sp>
      <p:sp>
        <p:nvSpPr>
          <p:cNvPr id="10" name="Rectangle 9">
            <a:extLst>
              <a:ext uri="{FF2B5EF4-FFF2-40B4-BE49-F238E27FC236}">
                <a16:creationId xmlns:a16="http://schemas.microsoft.com/office/drawing/2014/main" id="{3D26DED2-4793-3AA9-01B1-CD1F0458FB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688641"/>
            <a:ext cx="12191990" cy="516935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5274C38-8CCD-6AC0-9A8E-1DE97EE2EA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851" y="2010758"/>
            <a:ext cx="457190"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Content Placeholder 15">
            <a:extLst>
              <a:ext uri="{FF2B5EF4-FFF2-40B4-BE49-F238E27FC236}">
                <a16:creationId xmlns:a16="http://schemas.microsoft.com/office/drawing/2014/main" id="{BBB0B1BE-52B0-5872-7F13-F5C8A904CAE8}"/>
              </a:ext>
            </a:extLst>
          </p:cNvPr>
          <p:cNvPicPr>
            <a:picLocks noGrp="1" noChangeAspect="1"/>
          </p:cNvPicPr>
          <p:nvPr>
            <p:ph idx="1"/>
          </p:nvPr>
        </p:nvPicPr>
        <p:blipFill>
          <a:blip r:embed="rId2"/>
          <a:stretch>
            <a:fillRect/>
          </a:stretch>
        </p:blipFill>
        <p:spPr>
          <a:xfrm>
            <a:off x="5410372" y="2332108"/>
            <a:ext cx="6245822" cy="1408832"/>
          </a:xfrm>
          <a:prstGeom prst="rect">
            <a:avLst/>
          </a:prstGeom>
        </p:spPr>
      </p:pic>
      <p:pic>
        <p:nvPicPr>
          <p:cNvPr id="18" name="Picture 17">
            <a:extLst>
              <a:ext uri="{FF2B5EF4-FFF2-40B4-BE49-F238E27FC236}">
                <a16:creationId xmlns:a16="http://schemas.microsoft.com/office/drawing/2014/main" id="{3877093F-78C7-789A-0FDF-78F41AE89A2A}"/>
              </a:ext>
            </a:extLst>
          </p:cNvPr>
          <p:cNvPicPr>
            <a:picLocks noChangeAspect="1"/>
          </p:cNvPicPr>
          <p:nvPr/>
        </p:nvPicPr>
        <p:blipFill>
          <a:blip r:embed="rId3"/>
          <a:stretch>
            <a:fillRect/>
          </a:stretch>
        </p:blipFill>
        <p:spPr>
          <a:xfrm>
            <a:off x="5763215" y="3931535"/>
            <a:ext cx="5540136" cy="2735870"/>
          </a:xfrm>
          <a:prstGeom prst="rect">
            <a:avLst/>
          </a:prstGeom>
        </p:spPr>
      </p:pic>
      <p:pic>
        <p:nvPicPr>
          <p:cNvPr id="20" name="Picture 19">
            <a:extLst>
              <a:ext uri="{FF2B5EF4-FFF2-40B4-BE49-F238E27FC236}">
                <a16:creationId xmlns:a16="http://schemas.microsoft.com/office/drawing/2014/main" id="{3B64E4FC-62C3-569E-B764-EA2FF02C0AAD}"/>
              </a:ext>
            </a:extLst>
          </p:cNvPr>
          <p:cNvPicPr>
            <a:picLocks noChangeAspect="1"/>
          </p:cNvPicPr>
          <p:nvPr/>
        </p:nvPicPr>
        <p:blipFill>
          <a:blip r:embed="rId4"/>
          <a:stretch>
            <a:fillRect/>
          </a:stretch>
        </p:blipFill>
        <p:spPr>
          <a:xfrm>
            <a:off x="535806" y="2618082"/>
            <a:ext cx="4637595" cy="3678312"/>
          </a:xfrm>
          <a:prstGeom prst="rect">
            <a:avLst/>
          </a:prstGeom>
        </p:spPr>
      </p:pic>
    </p:spTree>
    <p:extLst>
      <p:ext uri="{BB962C8B-B14F-4D97-AF65-F5344CB8AC3E}">
        <p14:creationId xmlns:p14="http://schemas.microsoft.com/office/powerpoint/2010/main" val="409471331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0DFC902-7D23-471A-B557-B6B6917D7A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 y="-5705"/>
            <a:ext cx="12191990" cy="1694346"/>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391AC83-F6FD-B4F3-0F21-1F467306B90D}"/>
              </a:ext>
            </a:extLst>
          </p:cNvPr>
          <p:cNvSpPr>
            <a:spLocks noGrp="1"/>
          </p:cNvSpPr>
          <p:nvPr>
            <p:ph type="title"/>
          </p:nvPr>
        </p:nvSpPr>
        <p:spPr>
          <a:xfrm>
            <a:off x="1156851" y="637762"/>
            <a:ext cx="9888496" cy="900131"/>
          </a:xfrm>
        </p:spPr>
        <p:txBody>
          <a:bodyPr anchor="t">
            <a:normAutofit/>
          </a:bodyPr>
          <a:lstStyle/>
          <a:p>
            <a:r>
              <a:rPr lang="en-US" sz="4000" b="1">
                <a:solidFill>
                  <a:schemeClr val="bg1"/>
                </a:solidFill>
              </a:rPr>
              <a:t>Next Steps</a:t>
            </a:r>
            <a:endParaRPr lang="en-US" sz="4000">
              <a:solidFill>
                <a:schemeClr val="bg1"/>
              </a:solidFill>
            </a:endParaRPr>
          </a:p>
        </p:txBody>
      </p:sp>
      <p:sp>
        <p:nvSpPr>
          <p:cNvPr id="10" name="Rectangle 9">
            <a:extLst>
              <a:ext uri="{FF2B5EF4-FFF2-40B4-BE49-F238E27FC236}">
                <a16:creationId xmlns:a16="http://schemas.microsoft.com/office/drawing/2014/main" id="{A55D5633-D557-4DCA-982C-FF36EB7A1C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688641"/>
            <a:ext cx="12191990" cy="516935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50D3AD2-FA80-415F-A9CE-54D884561C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851" y="2010758"/>
            <a:ext cx="457190"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307F7D9-EEB0-A48E-4E52-D91A51806EEF}"/>
              </a:ext>
            </a:extLst>
          </p:cNvPr>
          <p:cNvSpPr>
            <a:spLocks noGrp="1"/>
          </p:cNvSpPr>
          <p:nvPr>
            <p:ph idx="1"/>
          </p:nvPr>
        </p:nvSpPr>
        <p:spPr>
          <a:xfrm>
            <a:off x="1155548" y="2217343"/>
            <a:ext cx="9880893" cy="3959619"/>
          </a:xfrm>
        </p:spPr>
        <p:txBody>
          <a:bodyPr>
            <a:normAutofit/>
          </a:bodyPr>
          <a:lstStyle/>
          <a:p>
            <a:pPr lvl="0"/>
            <a:r>
              <a:rPr lang="en-US" sz="2000" b="1" dirty="0"/>
              <a:t>Scalability Analysis: </a:t>
            </a:r>
            <a:r>
              <a:rPr lang="en-US" sz="2000" dirty="0"/>
              <a:t>Completing measurements across increasing various dataset sizes (up to 500,000+ rows).</a:t>
            </a:r>
          </a:p>
          <a:p>
            <a:pPr lvl="0"/>
            <a:r>
              <a:rPr lang="en-US" sz="2000" b="1" dirty="0"/>
              <a:t>Interactive Demonstration: </a:t>
            </a:r>
            <a:r>
              <a:rPr lang="en-US" sz="2000" dirty="0"/>
              <a:t>We have started to create a real-time prediction function that allows users to input custom review text and receive instant sentiment classification from our trained model .</a:t>
            </a:r>
          </a:p>
          <a:p>
            <a:pPr lvl="0"/>
            <a:r>
              <a:rPr lang="en-US" sz="2000" b="1" dirty="0"/>
              <a:t>Literature Review: </a:t>
            </a:r>
            <a:r>
              <a:rPr lang="en-US" sz="2000" dirty="0"/>
              <a:t>Reviewing related academic work to frame the final technical report.</a:t>
            </a:r>
          </a:p>
          <a:p>
            <a:endParaRPr lang="en-US" sz="2400" dirty="0"/>
          </a:p>
        </p:txBody>
      </p:sp>
    </p:spTree>
    <p:extLst>
      <p:ext uri="{BB962C8B-B14F-4D97-AF65-F5344CB8AC3E}">
        <p14:creationId xmlns:p14="http://schemas.microsoft.com/office/powerpoint/2010/main" val="742426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D9597E7-7EE5-48ED-901F-396CB4464285}">
  <we:reference id="wa200010001" version="1.0.0.1" store="en-US" storeType="OMEX"/>
  <we:alternateReferences>
    <we:reference id="wa200010001" version="1.0.0.1" store="en-US" storeType="OMEX"/>
  </we:alternateReferences>
  <we:properties>
    <we:property name="claude.fileId" value="&quot;63a3514f-de96-438d-bd92-5eeb64d058bb&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123</TotalTime>
  <Words>548</Words>
  <Application>Microsoft Office PowerPoint</Application>
  <PresentationFormat>Widescreen</PresentationFormat>
  <Paragraphs>38</Paragraphs>
  <Slides>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Aptos</vt:lpstr>
      <vt:lpstr>Aptos Display</vt:lpstr>
      <vt:lpstr>Arial</vt:lpstr>
      <vt:lpstr>Office Theme</vt:lpstr>
      <vt:lpstr>Project Checkpoint</vt:lpstr>
      <vt:lpstr>Problem Statement</vt:lpstr>
      <vt:lpstr>Dataset Acquisition &amp; Preprocessing</vt:lpstr>
      <vt:lpstr>Cluster Setup &amp; Configuration</vt:lpstr>
      <vt:lpstr>System Architecture</vt:lpstr>
      <vt:lpstr>Preliminary Implementation &amp; Results</vt:lpstr>
      <vt:lpstr>Preliminary Implementation &amp; Results</vt:lpstr>
      <vt:lpstr>Preliminary Implementation &amp; Results</vt:lpstr>
      <vt:lpstr>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Jaydon Debus</dc:creator>
  <cp:lastModifiedBy>Jaydon Debus</cp:lastModifiedBy>
  <cp:revision>1</cp:revision>
  <dcterms:created xsi:type="dcterms:W3CDTF">2026-04-03T18:58:32Z</dcterms:created>
  <dcterms:modified xsi:type="dcterms:W3CDTF">2026-04-09T16:02:31Z</dcterms:modified>
</cp:coreProperties>
</file>